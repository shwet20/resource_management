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2" d="100"/>
          <a:sy n="82" d="100"/>
        </p:scale>
        <p:origin x="43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01EFC-C695-49D3-9EE7-D8B9E83E37EB}" type="datetimeFigureOut">
              <a:rPr lang="en-IN" smtClean="0"/>
              <a:t>13-07-2022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40D05-3364-4EC8-BC36-040DEB68D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768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01EFC-C695-49D3-9EE7-D8B9E83E37EB}" type="datetimeFigureOut">
              <a:rPr lang="en-IN" smtClean="0"/>
              <a:t>13-07-2022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40D05-3364-4EC8-BC36-040DEB68D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345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01EFC-C695-49D3-9EE7-D8B9E83E37EB}" type="datetimeFigureOut">
              <a:rPr lang="en-IN" smtClean="0"/>
              <a:t>13-07-2022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40D05-3364-4EC8-BC36-040DEB68D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552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01EFC-C695-49D3-9EE7-D8B9E83E37EB}" type="datetimeFigureOut">
              <a:rPr lang="en-IN" smtClean="0"/>
              <a:t>13-07-2022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40D05-3364-4EC8-BC36-040DEB68D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28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01EFC-C695-49D3-9EE7-D8B9E83E37EB}" type="datetimeFigureOut">
              <a:rPr lang="en-IN" smtClean="0"/>
              <a:t>13-07-2022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40D05-3364-4EC8-BC36-040DEB68D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861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01EFC-C695-49D3-9EE7-D8B9E83E37EB}" type="datetimeFigureOut">
              <a:rPr lang="en-IN" smtClean="0"/>
              <a:t>13-07-2022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40D05-3364-4EC8-BC36-040DEB68D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53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01EFC-C695-49D3-9EE7-D8B9E83E37EB}" type="datetimeFigureOut">
              <a:rPr lang="en-IN" smtClean="0"/>
              <a:t>13-07-2022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40D05-3364-4EC8-BC36-040DEB68D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06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01EFC-C695-49D3-9EE7-D8B9E83E37EB}" type="datetimeFigureOut">
              <a:rPr lang="en-IN" smtClean="0"/>
              <a:t>13-07-2022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40D05-3364-4EC8-BC36-040DEB68D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76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01EFC-C695-49D3-9EE7-D8B9E83E37EB}" type="datetimeFigureOut">
              <a:rPr lang="en-IN" smtClean="0"/>
              <a:t>13-07-2022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40D05-3364-4EC8-BC36-040DEB68D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285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01EFC-C695-49D3-9EE7-D8B9E83E37EB}" type="datetimeFigureOut">
              <a:rPr lang="en-IN" smtClean="0"/>
              <a:t>13-07-2022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40D05-3364-4EC8-BC36-040DEB68D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79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01EFC-C695-49D3-9EE7-D8B9E83E37EB}" type="datetimeFigureOut">
              <a:rPr lang="en-IN" smtClean="0"/>
              <a:t>13-07-2022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40D05-3364-4EC8-BC36-040DEB68D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739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01EFC-C695-49D3-9EE7-D8B9E83E37EB}" type="datetimeFigureOut">
              <a:rPr lang="en-IN" smtClean="0"/>
              <a:t>13-07-2022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40D05-3364-4EC8-BC36-040DEB68D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269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70DAC3-4192-43E7-AC0F-C253499A8347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68" y="3634767"/>
            <a:ext cx="4093200" cy="288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23C810-C47D-458F-84C3-F90B494E5B5D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609" y="3736787"/>
            <a:ext cx="4093200" cy="288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8C17DA-3DBC-4D63-B2A8-A2E6E1257B84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621" y="326573"/>
            <a:ext cx="4093200" cy="288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8EDF1C-90FB-4BE9-974C-6BAF90D542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97" y="163120"/>
            <a:ext cx="2959864" cy="318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13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453895-F347-43DF-86A2-D6268C3CA67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58" y="242452"/>
            <a:ext cx="4093200" cy="288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D39A43-25A4-4A29-9C82-5E39F96355F1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58" y="3701209"/>
            <a:ext cx="4093200" cy="288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FDBE25-5D86-4208-8EF4-6867F0F461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413" y="151397"/>
            <a:ext cx="2959864" cy="31838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1D284C-EBFB-4E22-8009-099F4DC07693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450" y="3756264"/>
            <a:ext cx="40932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857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037F6C-8B81-4291-9E81-BA07DA234997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80" y="204171"/>
            <a:ext cx="4093200" cy="288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0090F8-6D99-4ADD-BC02-954CEE381497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79" y="3736787"/>
            <a:ext cx="40932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755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0</Words>
  <Application>Microsoft Office PowerPoint</Application>
  <PresentationFormat>On-screen Show (4:3)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PC2</dc:creator>
  <cp:lastModifiedBy>MY</cp:lastModifiedBy>
  <cp:revision>4</cp:revision>
  <cp:lastPrinted>2022-07-12T19:05:12Z</cp:lastPrinted>
  <dcterms:created xsi:type="dcterms:W3CDTF">2022-07-12T13:50:32Z</dcterms:created>
  <dcterms:modified xsi:type="dcterms:W3CDTF">2022-07-12T19:14:43Z</dcterms:modified>
</cp:coreProperties>
</file>