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8288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4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3" d="100"/>
          <a:sy n="53" d="100"/>
        </p:scale>
        <p:origin x="96" y="366"/>
      </p:cViewPr>
      <p:guideLst>
        <p:guide orient="horz" pos="1814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942577"/>
            <a:ext cx="13716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025045"/>
            <a:ext cx="13716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1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29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435864"/>
            <a:ext cx="157734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3854300"/>
            <a:ext cx="157734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71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533187"/>
            <a:ext cx="7772400" cy="36543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533187"/>
            <a:ext cx="7772400" cy="36543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09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06638"/>
            <a:ext cx="157734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411865"/>
            <a:ext cx="7736681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103799"/>
            <a:ext cx="7736681" cy="30943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411865"/>
            <a:ext cx="7774782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103799"/>
            <a:ext cx="7774782" cy="30943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3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58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25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83963"/>
            <a:ext cx="5898356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829255"/>
            <a:ext cx="92583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27835"/>
            <a:ext cx="5898356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6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83963"/>
            <a:ext cx="5898356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829255"/>
            <a:ext cx="92583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27835"/>
            <a:ext cx="5898356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575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2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06637"/>
            <a:ext cx="394335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06637"/>
            <a:ext cx="11601450" cy="488086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79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06638"/>
            <a:ext cx="157734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533187"/>
            <a:ext cx="157734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69CF5-17DF-4161-8E27-71A02B9D594D}" type="datetimeFigureOut">
              <a:rPr lang="en-IN" smtClean="0"/>
              <a:t>25-03-2022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5338158"/>
            <a:ext cx="6172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2D7CE-330A-4EFC-A361-1CAAA789D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74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365B61-80A5-48B3-A595-A747DD7EB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81" y="3822069"/>
            <a:ext cx="2169028" cy="16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5C749-2A8C-44D0-AE70-809A250F4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3840" y="256032"/>
            <a:ext cx="2025203" cy="18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099D85-4472-4B98-92CB-B6D84AEBC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0896"/>
            <a:ext cx="2250000" cy="18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C255ED-AC41-4BDC-8EA2-BC7E67815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463" y="3822069"/>
            <a:ext cx="2302810" cy="16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D4D0A5-A079-44B6-9D74-807664749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5632" y="3832677"/>
            <a:ext cx="2128514" cy="162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92C5D3-A3F8-4D5D-A7F6-26A88E7AD3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12" y="256032"/>
            <a:ext cx="1625199" cy="183922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5CAE19F-AA9C-4086-9D9D-96EED6C0D343}"/>
              </a:ext>
            </a:extLst>
          </p:cNvPr>
          <p:cNvSpPr/>
          <p:nvPr/>
        </p:nvSpPr>
        <p:spPr>
          <a:xfrm>
            <a:off x="-48974" y="-18288"/>
            <a:ext cx="216000" cy="575945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0570FB-947E-4147-95E3-BBB5567BA878}"/>
              </a:ext>
            </a:extLst>
          </p:cNvPr>
          <p:cNvSpPr/>
          <p:nvPr/>
        </p:nvSpPr>
        <p:spPr>
          <a:xfrm rot="5400000">
            <a:off x="9090524" y="-8977653"/>
            <a:ext cx="216000" cy="18130588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DEF64F-8FB2-45BD-B856-785D6D538EA0}"/>
              </a:ext>
            </a:extLst>
          </p:cNvPr>
          <p:cNvSpPr/>
          <p:nvPr/>
        </p:nvSpPr>
        <p:spPr>
          <a:xfrm rot="5400000">
            <a:off x="8981473" y="-3418140"/>
            <a:ext cx="216000" cy="18130588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6FAD9-1EE8-4B56-8D52-24E7F7A380C7}"/>
              </a:ext>
            </a:extLst>
          </p:cNvPr>
          <p:cNvSpPr/>
          <p:nvPr/>
        </p:nvSpPr>
        <p:spPr>
          <a:xfrm>
            <a:off x="18093166" y="-6568"/>
            <a:ext cx="216000" cy="57600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EC59D67-8A67-4CC4-8510-C745347AC7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62" y="3713223"/>
            <a:ext cx="1968550" cy="172884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1F78C9-222A-4785-8BAA-1C236D32C272}"/>
              </a:ext>
            </a:extLst>
          </p:cNvPr>
          <p:cNvSpPr txBox="1"/>
          <p:nvPr/>
        </p:nvSpPr>
        <p:spPr>
          <a:xfrm>
            <a:off x="8122643" y="2027338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IN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73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365B61-80A5-48B3-A595-A747DD7EB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9" y="3876933"/>
            <a:ext cx="2169028" cy="16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5C749-2A8C-44D0-AE70-809A250F4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3840" y="237744"/>
            <a:ext cx="2025203" cy="18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099D85-4472-4B98-92CB-B6D84AEBC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92608"/>
            <a:ext cx="2250000" cy="18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C255ED-AC41-4BDC-8EA2-BC7E67815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463" y="3876933"/>
            <a:ext cx="2302810" cy="16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D4D0A5-A079-44B6-9D74-807664749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5632" y="3887541"/>
            <a:ext cx="2128514" cy="162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92C5D3-A3F8-4D5D-A7F6-26A88E7AD3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12" y="237744"/>
            <a:ext cx="1625199" cy="183922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FE5E4D1-6314-4847-9B8A-04210D98BF24}"/>
              </a:ext>
            </a:extLst>
          </p:cNvPr>
          <p:cNvCxnSpPr/>
          <p:nvPr/>
        </p:nvCxnSpPr>
        <p:spPr>
          <a:xfrm>
            <a:off x="246077" y="1955669"/>
            <a:ext cx="23292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B94745-C2A0-46AF-A2F6-817D6119D219}"/>
              </a:ext>
            </a:extLst>
          </p:cNvPr>
          <p:cNvSpPr txBox="1"/>
          <p:nvPr/>
        </p:nvSpPr>
        <p:spPr>
          <a:xfrm>
            <a:off x="406257" y="2037744"/>
            <a:ext cx="211806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 cm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790E81-22F9-407E-90B9-4393E9A267C4}"/>
              </a:ext>
            </a:extLst>
          </p:cNvPr>
          <p:cNvCxnSpPr>
            <a:cxnSpLocks/>
          </p:cNvCxnSpPr>
          <p:nvPr/>
        </p:nvCxnSpPr>
        <p:spPr>
          <a:xfrm flipV="1">
            <a:off x="2574749" y="237745"/>
            <a:ext cx="0" cy="17179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834A6C3-42D2-484A-8269-13272C55596A}"/>
              </a:ext>
            </a:extLst>
          </p:cNvPr>
          <p:cNvSpPr txBox="1"/>
          <p:nvPr/>
        </p:nvSpPr>
        <p:spPr>
          <a:xfrm>
            <a:off x="2574749" y="851409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12 cm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24DD13-68AD-4131-994A-8FBEBF96B85B}"/>
              </a:ext>
            </a:extLst>
          </p:cNvPr>
          <p:cNvCxnSpPr>
            <a:cxnSpLocks/>
          </p:cNvCxnSpPr>
          <p:nvPr/>
        </p:nvCxnSpPr>
        <p:spPr>
          <a:xfrm>
            <a:off x="8313112" y="2304927"/>
            <a:ext cx="162519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11E1B43-D54A-435D-883E-2BEA6C39C3E2}"/>
              </a:ext>
            </a:extLst>
          </p:cNvPr>
          <p:cNvSpPr txBox="1"/>
          <p:nvPr/>
        </p:nvSpPr>
        <p:spPr>
          <a:xfrm>
            <a:off x="8079971" y="2332138"/>
            <a:ext cx="211806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 cm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A272B8-CA3D-4D6E-9564-B8C1CB25F5F5}"/>
              </a:ext>
            </a:extLst>
          </p:cNvPr>
          <p:cNvCxnSpPr>
            <a:cxnSpLocks/>
          </p:cNvCxnSpPr>
          <p:nvPr/>
        </p:nvCxnSpPr>
        <p:spPr>
          <a:xfrm flipV="1">
            <a:off x="9955855" y="422411"/>
            <a:ext cx="0" cy="17179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D18A21A-1224-4B07-9CCE-5B3DDEAAEEC5}"/>
              </a:ext>
            </a:extLst>
          </p:cNvPr>
          <p:cNvSpPr txBox="1"/>
          <p:nvPr/>
        </p:nvSpPr>
        <p:spPr>
          <a:xfrm>
            <a:off x="9955855" y="1036075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16 cm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6C2FF2-D5A0-49E5-A354-316049BD857A}"/>
              </a:ext>
            </a:extLst>
          </p:cNvPr>
          <p:cNvCxnSpPr>
            <a:cxnSpLocks/>
          </p:cNvCxnSpPr>
          <p:nvPr/>
        </p:nvCxnSpPr>
        <p:spPr>
          <a:xfrm>
            <a:off x="15734178" y="2028821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50B82E-6CEA-4EBE-8782-82998A88B6DD}"/>
              </a:ext>
            </a:extLst>
          </p:cNvPr>
          <p:cNvSpPr txBox="1"/>
          <p:nvPr/>
        </p:nvSpPr>
        <p:spPr>
          <a:xfrm>
            <a:off x="15665630" y="2037744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11.5 cm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AF3268-318A-49C8-B27D-1ADDF6AD6403}"/>
              </a:ext>
            </a:extLst>
          </p:cNvPr>
          <p:cNvCxnSpPr>
            <a:cxnSpLocks/>
          </p:cNvCxnSpPr>
          <p:nvPr/>
        </p:nvCxnSpPr>
        <p:spPr>
          <a:xfrm flipV="1">
            <a:off x="15493258" y="237745"/>
            <a:ext cx="0" cy="17179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3F1AE0-AD9D-42B2-A89E-C46B0805BD6A}"/>
              </a:ext>
            </a:extLst>
          </p:cNvPr>
          <p:cNvSpPr txBox="1"/>
          <p:nvPr/>
        </p:nvSpPr>
        <p:spPr>
          <a:xfrm>
            <a:off x="13280410" y="851409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19.5 cm</a:t>
            </a:r>
            <a:endParaRPr lang="en-I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30C181-1F6A-4F53-9813-53BC8B8C6B8E}"/>
              </a:ext>
            </a:extLst>
          </p:cNvPr>
          <p:cNvCxnSpPr>
            <a:cxnSpLocks/>
          </p:cNvCxnSpPr>
          <p:nvPr/>
        </p:nvCxnSpPr>
        <p:spPr>
          <a:xfrm flipV="1">
            <a:off x="2647901" y="3888469"/>
            <a:ext cx="0" cy="17179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73AF44B-533E-4638-9DA2-871FE34D3E71}"/>
              </a:ext>
            </a:extLst>
          </p:cNvPr>
          <p:cNvSpPr txBox="1"/>
          <p:nvPr/>
        </p:nvSpPr>
        <p:spPr>
          <a:xfrm>
            <a:off x="2958797" y="4502133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9 cm</a:t>
            </a:r>
            <a:endParaRPr lang="en-IN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4820A69-8F63-4843-98E0-EF8A3F49390E}"/>
              </a:ext>
            </a:extLst>
          </p:cNvPr>
          <p:cNvCxnSpPr/>
          <p:nvPr/>
        </p:nvCxnSpPr>
        <p:spPr>
          <a:xfrm>
            <a:off x="188771" y="3805466"/>
            <a:ext cx="23292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520E92F-3684-4F53-A2BD-DB1729AD2033}"/>
              </a:ext>
            </a:extLst>
          </p:cNvPr>
          <p:cNvSpPr txBox="1"/>
          <p:nvPr/>
        </p:nvSpPr>
        <p:spPr>
          <a:xfrm>
            <a:off x="348951" y="3466917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13.5 cm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52E242-D57A-4DD7-85CE-97F8607A514E}"/>
              </a:ext>
            </a:extLst>
          </p:cNvPr>
          <p:cNvCxnSpPr>
            <a:cxnSpLocks/>
          </p:cNvCxnSpPr>
          <p:nvPr/>
        </p:nvCxnSpPr>
        <p:spPr>
          <a:xfrm flipV="1">
            <a:off x="7317437" y="3748261"/>
            <a:ext cx="0" cy="16948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363B61B-025B-4A84-90F3-94BE796BBE97}"/>
              </a:ext>
            </a:extLst>
          </p:cNvPr>
          <p:cNvSpPr txBox="1"/>
          <p:nvPr/>
        </p:nvSpPr>
        <p:spPr>
          <a:xfrm>
            <a:off x="7317437" y="4361925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11 cm</a:t>
            </a:r>
            <a:endParaRPr lang="en-I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4E58DA-80D5-44EE-957F-B3A277CAC95A}"/>
              </a:ext>
            </a:extLst>
          </p:cNvPr>
          <p:cNvCxnSpPr>
            <a:cxnSpLocks/>
          </p:cNvCxnSpPr>
          <p:nvPr/>
        </p:nvCxnSpPr>
        <p:spPr>
          <a:xfrm>
            <a:off x="5303519" y="3665258"/>
            <a:ext cx="188399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C92B5DE-306B-4C01-BF58-917AF92BFA35}"/>
              </a:ext>
            </a:extLst>
          </p:cNvPr>
          <p:cNvSpPr txBox="1"/>
          <p:nvPr/>
        </p:nvSpPr>
        <p:spPr>
          <a:xfrm>
            <a:off x="5018487" y="3326709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10.4 cm</a:t>
            </a:r>
            <a:endParaRPr lang="en-I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A07C36-2039-48CD-AAAB-F1FE707682CB}"/>
              </a:ext>
            </a:extLst>
          </p:cNvPr>
          <p:cNvCxnSpPr>
            <a:cxnSpLocks/>
          </p:cNvCxnSpPr>
          <p:nvPr/>
        </p:nvCxnSpPr>
        <p:spPr>
          <a:xfrm flipV="1">
            <a:off x="12609689" y="3872295"/>
            <a:ext cx="0" cy="17179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10E3425-BC13-4055-B822-43F259A5FBCD}"/>
              </a:ext>
            </a:extLst>
          </p:cNvPr>
          <p:cNvSpPr txBox="1"/>
          <p:nvPr/>
        </p:nvSpPr>
        <p:spPr>
          <a:xfrm>
            <a:off x="12609689" y="4485959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9 cm</a:t>
            </a:r>
            <a:endParaRPr lang="en-IN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2FC3598-5629-457B-B2FA-68C348F26D72}"/>
              </a:ext>
            </a:extLst>
          </p:cNvPr>
          <p:cNvCxnSpPr/>
          <p:nvPr/>
        </p:nvCxnSpPr>
        <p:spPr>
          <a:xfrm>
            <a:off x="10150559" y="3789292"/>
            <a:ext cx="23292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6EF9681-8171-4FD9-81FE-3ACF8F9A5827}"/>
              </a:ext>
            </a:extLst>
          </p:cNvPr>
          <p:cNvSpPr txBox="1"/>
          <p:nvPr/>
        </p:nvSpPr>
        <p:spPr>
          <a:xfrm>
            <a:off x="10310739" y="3450743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13.5 cm</a:t>
            </a:r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87DA7F-EE9B-45BD-A6D4-99FC175E4AF3}"/>
              </a:ext>
            </a:extLst>
          </p:cNvPr>
          <p:cNvCxnSpPr>
            <a:cxnSpLocks/>
          </p:cNvCxnSpPr>
          <p:nvPr/>
        </p:nvCxnSpPr>
        <p:spPr>
          <a:xfrm flipV="1">
            <a:off x="15552222" y="3800481"/>
            <a:ext cx="0" cy="17179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EBCA421-D7A0-4F28-A7A5-EC8111CD7294}"/>
              </a:ext>
            </a:extLst>
          </p:cNvPr>
          <p:cNvSpPr txBox="1"/>
          <p:nvPr/>
        </p:nvSpPr>
        <p:spPr>
          <a:xfrm>
            <a:off x="14838991" y="4444927"/>
            <a:ext cx="18396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9 cm</a:t>
            </a:r>
            <a:endParaRPr lang="en-IN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70AA32D-2A6B-463E-B76F-648DBD2F9DFD}"/>
              </a:ext>
            </a:extLst>
          </p:cNvPr>
          <p:cNvCxnSpPr/>
          <p:nvPr/>
        </p:nvCxnSpPr>
        <p:spPr>
          <a:xfrm>
            <a:off x="15433956" y="3717478"/>
            <a:ext cx="23292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57F7838-FD6F-4610-A982-ACB5DAAEDD90}"/>
              </a:ext>
            </a:extLst>
          </p:cNvPr>
          <p:cNvSpPr txBox="1"/>
          <p:nvPr/>
        </p:nvSpPr>
        <p:spPr>
          <a:xfrm>
            <a:off x="15594136" y="3378929"/>
            <a:ext cx="21180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13.5 cm</a:t>
            </a:r>
            <a:endParaRPr lang="en-IN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E3D9979-DD76-4566-9E65-785DDED7A030}"/>
              </a:ext>
            </a:extLst>
          </p:cNvPr>
          <p:cNvCxnSpPr/>
          <p:nvPr/>
        </p:nvCxnSpPr>
        <p:spPr>
          <a:xfrm>
            <a:off x="91440" y="2847774"/>
            <a:ext cx="1800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5CA6F1-5796-4BE2-A428-29A02AF821D5}"/>
              </a:ext>
            </a:extLst>
          </p:cNvPr>
          <p:cNvSpPr txBox="1"/>
          <p:nvPr/>
        </p:nvSpPr>
        <p:spPr>
          <a:xfrm>
            <a:off x="9963636" y="2605260"/>
            <a:ext cx="346932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Running  Matt Length -167.64 cm</a:t>
            </a:r>
            <a:endParaRPr lang="en-IN" b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47398EF-5705-4F1C-83B4-D6445E9C5650}"/>
              </a:ext>
            </a:extLst>
          </p:cNvPr>
          <p:cNvCxnSpPr/>
          <p:nvPr/>
        </p:nvCxnSpPr>
        <p:spPr>
          <a:xfrm flipH="1">
            <a:off x="3939283" y="-18288"/>
            <a:ext cx="42201" cy="575945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B16704B-DEFD-4221-A111-CC98123B347E}"/>
              </a:ext>
            </a:extLst>
          </p:cNvPr>
          <p:cNvSpPr txBox="1"/>
          <p:nvPr/>
        </p:nvSpPr>
        <p:spPr>
          <a:xfrm>
            <a:off x="3378696" y="1892304"/>
            <a:ext cx="211806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Height - 50.8 cm</a:t>
            </a:r>
            <a:endParaRPr lang="en-IN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3D1A5A-0840-4A58-94FA-475A0C8725ED}"/>
              </a:ext>
            </a:extLst>
          </p:cNvPr>
          <p:cNvSpPr/>
          <p:nvPr/>
        </p:nvSpPr>
        <p:spPr>
          <a:xfrm>
            <a:off x="-48974" y="-18288"/>
            <a:ext cx="216000" cy="575945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90D658-014D-42BE-BE92-939CD89FD40A}"/>
              </a:ext>
            </a:extLst>
          </p:cNvPr>
          <p:cNvSpPr/>
          <p:nvPr/>
        </p:nvSpPr>
        <p:spPr>
          <a:xfrm rot="5400000">
            <a:off x="9090524" y="-8977653"/>
            <a:ext cx="216000" cy="18130588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6928853-9A04-495F-96C2-7B30E9B5FE65}"/>
              </a:ext>
            </a:extLst>
          </p:cNvPr>
          <p:cNvSpPr/>
          <p:nvPr/>
        </p:nvSpPr>
        <p:spPr>
          <a:xfrm rot="5400000">
            <a:off x="8981473" y="-3418140"/>
            <a:ext cx="216000" cy="18130588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EB64F0-DA9A-41DA-BB80-E3B7377B6C46}"/>
              </a:ext>
            </a:extLst>
          </p:cNvPr>
          <p:cNvSpPr/>
          <p:nvPr/>
        </p:nvSpPr>
        <p:spPr>
          <a:xfrm>
            <a:off x="18093166" y="-6568"/>
            <a:ext cx="216000" cy="57600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5563923-765B-47E8-9B92-4B145F6254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62" y="3713223"/>
            <a:ext cx="1968550" cy="172884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2C92482-CAD4-4027-8E41-4338EFE20CEC}"/>
              </a:ext>
            </a:extLst>
          </p:cNvPr>
          <p:cNvSpPr txBox="1"/>
          <p:nvPr/>
        </p:nvSpPr>
        <p:spPr>
          <a:xfrm>
            <a:off x="8122643" y="2009050"/>
            <a:ext cx="211806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IN" sz="16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93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40</Words>
  <Application>Microsoft Office PowerPoint</Application>
  <PresentationFormat>Custom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</dc:creator>
  <cp:lastModifiedBy>PC1</cp:lastModifiedBy>
  <cp:revision>29</cp:revision>
  <dcterms:created xsi:type="dcterms:W3CDTF">2022-03-25T08:18:36Z</dcterms:created>
  <dcterms:modified xsi:type="dcterms:W3CDTF">2022-03-25T08:54:46Z</dcterms:modified>
</cp:coreProperties>
</file>