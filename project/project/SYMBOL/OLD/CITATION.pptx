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3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1CF37E-03CE-47EF-9BED-B88F2FC21F51}" type="datetimeFigureOut">
              <a:rPr lang="en-US" smtClean="0"/>
              <a:t>5/16/2013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4B2601-6E0C-4B75-A489-0FB0370D068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B2601-6E0C-4B75-A489-0FB0370D068C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3930444" y="1614948"/>
            <a:ext cx="3733800" cy="2561304"/>
            <a:chOff x="3930444" y="1614948"/>
            <a:chExt cx="3733800" cy="2561304"/>
          </a:xfrm>
        </p:grpSpPr>
        <p:sp>
          <p:nvSpPr>
            <p:cNvPr id="5" name="Oval 4"/>
            <p:cNvSpPr/>
            <p:nvPr/>
          </p:nvSpPr>
          <p:spPr>
            <a:xfrm>
              <a:off x="4085304" y="1752600"/>
              <a:ext cx="3429000" cy="22860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3930444" y="1614948"/>
              <a:ext cx="3733800" cy="2561304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2" descr="D:\D DRIVE\Operator\SYMBOL\UNIT CITATION 1997.JPG"/>
            <p:cNvPicPr>
              <a:picLocks noChangeAspect="1" noChangeArrowheads="1"/>
            </p:cNvPicPr>
            <p:nvPr/>
          </p:nvPicPr>
          <p:blipFill>
            <a:blip r:embed="rId3"/>
            <a:srcRect l="30000" t="28743" r="30000" b="30539"/>
            <a:stretch>
              <a:fillRect/>
            </a:stretch>
          </p:blipFill>
          <p:spPr bwMode="auto">
            <a:xfrm>
              <a:off x="5166852" y="2286000"/>
              <a:ext cx="1295400" cy="1101090"/>
            </a:xfrm>
            <a:prstGeom prst="rect">
              <a:avLst/>
            </a:prstGeom>
            <a:noFill/>
          </p:spPr>
        </p:pic>
        <p:sp>
          <p:nvSpPr>
            <p:cNvPr id="1027" name="WordArt 3"/>
            <p:cNvSpPr>
              <a:spLocks noChangeArrowheads="1" noChangeShapeType="1" noTextEdit="1"/>
            </p:cNvSpPr>
            <p:nvPr/>
          </p:nvSpPr>
          <p:spPr bwMode="auto">
            <a:xfrm>
              <a:off x="4267200" y="1981200"/>
              <a:ext cx="3062748" cy="2057400"/>
            </a:xfrm>
            <a:prstGeom prst="rect">
              <a:avLst/>
            </a:prstGeom>
          </p:spPr>
          <p:txBody>
            <a:bodyPr wrap="none" fromWordArt="1">
              <a:prstTxWarp prst="textArchUp">
                <a:avLst>
                  <a:gd name="adj" fmla="val 10800000"/>
                </a:avLst>
              </a:prstTxWarp>
            </a:bodyPr>
            <a:lstStyle/>
            <a:p>
              <a:pPr algn="ctr" rtl="0"/>
              <a:r>
                <a:rPr lang="en-US" sz="3600" kern="10" spc="0" dirty="0" smtClean="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effectLst/>
                  <a:latin typeface="Arial" pitchFamily="34" charset="0"/>
                  <a:cs typeface="Arial" pitchFamily="34" charset="0"/>
                </a:rPr>
                <a:t>CHIEF OF THE UNIT CITATION</a:t>
              </a:r>
              <a:endParaRPr lang="en-US" sz="3600" kern="10" spc="0" dirty="0">
                <a:ln w="9525">
                  <a:solidFill>
                    <a:srgbClr val="FF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8" name="WordArt 4"/>
            <p:cNvSpPr>
              <a:spLocks noChangeArrowheads="1" noChangeShapeType="1" noTextEdit="1"/>
            </p:cNvSpPr>
            <p:nvPr/>
          </p:nvSpPr>
          <p:spPr bwMode="auto">
            <a:xfrm>
              <a:off x="4624593" y="2927556"/>
              <a:ext cx="2417763" cy="977900"/>
            </a:xfrm>
            <a:prstGeom prst="rect">
              <a:avLst/>
            </a:prstGeom>
          </p:spPr>
          <p:txBody>
            <a:bodyPr wrap="none" fromWordArt="1">
              <a:prstTxWarp prst="textArchDown">
                <a:avLst>
                  <a:gd name="adj" fmla="val 0"/>
                </a:avLst>
              </a:prstTxWarp>
            </a:bodyPr>
            <a:lstStyle/>
            <a:p>
              <a:pPr algn="ctr" rtl="0"/>
              <a:r>
                <a:rPr lang="en-US" sz="3600" b="1" kern="10" spc="0" dirty="0" smtClean="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effectLst/>
                  <a:latin typeface="Arial"/>
                  <a:cs typeface="Arial"/>
                </a:rPr>
                <a:t>U N I T   C I T A T I O N</a:t>
              </a:r>
              <a:endParaRPr lang="en-US" sz="3600" b="1" kern="10" spc="0" dirty="0">
                <a:ln w="9525">
                  <a:solidFill>
                    <a:srgbClr val="FF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/>
                <a:latin typeface="Arial"/>
                <a:cs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18</Words>
  <Application>Microsoft Office PowerPoint</Application>
  <PresentationFormat>On-screen Show (4:3)</PresentationFormat>
  <Paragraphs>3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IT Cell</cp:lastModifiedBy>
  <cp:revision>10</cp:revision>
  <dcterms:created xsi:type="dcterms:W3CDTF">2006-08-16T00:00:00Z</dcterms:created>
  <dcterms:modified xsi:type="dcterms:W3CDTF">2013-05-16T08:27:15Z</dcterms:modified>
</cp:coreProperties>
</file>