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6858000" cy="9906000" type="A4"/>
  <p:notesSz cx="6797675" cy="99250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32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948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08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699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384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20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64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322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50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215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10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E5D36-161B-41B2-951D-DCCABE807B6A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212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E5D36-161B-41B2-951D-DCCABE807B6A}" type="datetimeFigureOut">
              <a:rPr lang="en-IN" smtClean="0"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8D25D-3EFA-46EF-8EB5-EBCDB8A6A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651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5F5E6C-475B-F2E2-F9E9-F31529BFBAFF}"/>
              </a:ext>
            </a:extLst>
          </p:cNvPr>
          <p:cNvSpPr/>
          <p:nvPr/>
        </p:nvSpPr>
        <p:spPr>
          <a:xfrm>
            <a:off x="101600" y="100013"/>
            <a:ext cx="6654800" cy="971073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E57483-CC20-3F95-F69F-B78DC9B27F17}"/>
              </a:ext>
            </a:extLst>
          </p:cNvPr>
          <p:cNvSpPr/>
          <p:nvPr/>
        </p:nvSpPr>
        <p:spPr>
          <a:xfrm>
            <a:off x="457200" y="2794000"/>
            <a:ext cx="5960533" cy="45042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95DC3E-AA0B-C6E7-E8F2-0171022AC417}"/>
              </a:ext>
            </a:extLst>
          </p:cNvPr>
          <p:cNvSpPr txBox="1"/>
          <p:nvPr/>
        </p:nvSpPr>
        <p:spPr>
          <a:xfrm>
            <a:off x="355600" y="135469"/>
            <a:ext cx="2675467" cy="2554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600" b="1" dirty="0">
                <a:latin typeface="Britannic Bold" panose="020B0903060703020204" pitchFamily="34" charset="0"/>
              </a:rPr>
              <a:t>NO</a:t>
            </a:r>
            <a:endParaRPr lang="en-IN" sz="16600" b="1" dirty="0">
              <a:latin typeface="Britannic Bold" panose="020B09030607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C476DD-A943-FF48-9F95-FCF79FE754A4}"/>
              </a:ext>
            </a:extLst>
          </p:cNvPr>
          <p:cNvSpPr txBox="1"/>
          <p:nvPr/>
        </p:nvSpPr>
        <p:spPr>
          <a:xfrm>
            <a:off x="3158835" y="187460"/>
            <a:ext cx="3437466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800" b="1" dirty="0">
                <a:latin typeface="Britannic Bold" panose="020B0903060703020204" pitchFamily="34" charset="0"/>
              </a:rPr>
              <a:t>SMART</a:t>
            </a:r>
            <a:endParaRPr lang="en-IN" sz="8800" b="1" dirty="0">
              <a:latin typeface="Britannic Bold" panose="020B09030607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2E84E6-F488-3C1F-1B0E-76D23F0E7B88}"/>
              </a:ext>
            </a:extLst>
          </p:cNvPr>
          <p:cNvSpPr txBox="1"/>
          <p:nvPr/>
        </p:nvSpPr>
        <p:spPr>
          <a:xfrm>
            <a:off x="3192702" y="1288125"/>
            <a:ext cx="3437466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800" b="1" dirty="0">
                <a:latin typeface="Britannic Bold" panose="020B0903060703020204" pitchFamily="34" charset="0"/>
              </a:rPr>
              <a:t>PHONE</a:t>
            </a:r>
            <a:endParaRPr lang="en-IN" sz="8800" b="1" dirty="0">
              <a:latin typeface="Britannic Bold" panose="020B09030607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F14AC4-6E81-6F3B-BE4F-5AD756EA75B9}"/>
              </a:ext>
            </a:extLst>
          </p:cNvPr>
          <p:cNvSpPr txBox="1"/>
          <p:nvPr/>
        </p:nvSpPr>
        <p:spPr>
          <a:xfrm>
            <a:off x="101600" y="6993461"/>
            <a:ext cx="6688666" cy="30623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9900" b="1" dirty="0">
                <a:latin typeface="Britannic Bold" panose="020B0903060703020204" pitchFamily="34" charset="0"/>
              </a:rPr>
              <a:t>ZONE</a:t>
            </a:r>
            <a:endParaRPr lang="en-IN" sz="19900" b="1" dirty="0">
              <a:latin typeface="Britannic Bold" panose="020B0903060703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7529CE-DF81-7B66-8C6F-A0617B8A6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257" y="3121648"/>
            <a:ext cx="3919485" cy="391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19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5F5E6C-475B-F2E2-F9E9-F31529BFBAFF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E57483-CC20-3F95-F69F-B78DC9B27F17}"/>
              </a:ext>
            </a:extLst>
          </p:cNvPr>
          <p:cNvSpPr/>
          <p:nvPr/>
        </p:nvSpPr>
        <p:spPr>
          <a:xfrm>
            <a:off x="457200" y="2794000"/>
            <a:ext cx="5960533" cy="45042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95DC3E-AA0B-C6E7-E8F2-0171022AC417}"/>
              </a:ext>
            </a:extLst>
          </p:cNvPr>
          <p:cNvSpPr txBox="1"/>
          <p:nvPr/>
        </p:nvSpPr>
        <p:spPr>
          <a:xfrm>
            <a:off x="355600" y="135469"/>
            <a:ext cx="2675467" cy="2554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600" b="1" dirty="0">
                <a:solidFill>
                  <a:schemeClr val="bg1"/>
                </a:solidFill>
                <a:latin typeface="Britannic Bold" panose="020B0903060703020204" pitchFamily="34" charset="0"/>
              </a:rPr>
              <a:t>NO</a:t>
            </a:r>
            <a:endParaRPr lang="en-IN" sz="16600" b="1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C476DD-A943-FF48-9F95-FCF79FE754A4}"/>
              </a:ext>
            </a:extLst>
          </p:cNvPr>
          <p:cNvSpPr txBox="1"/>
          <p:nvPr/>
        </p:nvSpPr>
        <p:spPr>
          <a:xfrm>
            <a:off x="3200400" y="187460"/>
            <a:ext cx="3437466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800" b="1" dirty="0">
                <a:solidFill>
                  <a:schemeClr val="bg1"/>
                </a:solidFill>
                <a:latin typeface="Britannic Bold" panose="020B0903060703020204" pitchFamily="34" charset="0"/>
              </a:rPr>
              <a:t>SMART</a:t>
            </a:r>
            <a:endParaRPr lang="en-IN" sz="8800" b="1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2E84E6-F488-3C1F-1B0E-76D23F0E7B88}"/>
              </a:ext>
            </a:extLst>
          </p:cNvPr>
          <p:cNvSpPr txBox="1"/>
          <p:nvPr/>
        </p:nvSpPr>
        <p:spPr>
          <a:xfrm>
            <a:off x="3234267" y="1288125"/>
            <a:ext cx="3437466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800" b="1" dirty="0">
                <a:solidFill>
                  <a:schemeClr val="bg1"/>
                </a:solidFill>
                <a:latin typeface="Britannic Bold" panose="020B0903060703020204" pitchFamily="34" charset="0"/>
              </a:rPr>
              <a:t>PHONE</a:t>
            </a:r>
            <a:endParaRPr lang="en-IN" sz="8800" b="1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F14AC4-6E81-6F3B-BE4F-5AD756EA75B9}"/>
              </a:ext>
            </a:extLst>
          </p:cNvPr>
          <p:cNvSpPr txBox="1"/>
          <p:nvPr/>
        </p:nvSpPr>
        <p:spPr>
          <a:xfrm>
            <a:off x="101600" y="6993461"/>
            <a:ext cx="6688666" cy="30623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9900" b="1" dirty="0">
                <a:solidFill>
                  <a:schemeClr val="bg1"/>
                </a:solidFill>
                <a:latin typeface="Britannic Bold" panose="020B0903060703020204" pitchFamily="34" charset="0"/>
              </a:rPr>
              <a:t>ZONE</a:t>
            </a:r>
            <a:endParaRPr lang="en-IN" sz="19900" b="1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64AE9A-795D-983F-CCDB-2EEB91C298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2" t="6535" r="5562" b="6271"/>
          <a:stretch/>
        </p:blipFill>
        <p:spPr>
          <a:xfrm>
            <a:off x="1471263" y="2964303"/>
            <a:ext cx="4200525" cy="416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99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17</TotalTime>
  <Words>8</Words>
  <Application>Microsoft Office PowerPoint</Application>
  <PresentationFormat>A4 Paper (210x297 mm)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Britannic Bold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Burj Battalion</dc:creator>
  <cp:lastModifiedBy>MY</cp:lastModifiedBy>
  <cp:revision>5</cp:revision>
  <cp:lastPrinted>2023-11-08T03:49:19Z</cp:lastPrinted>
  <dcterms:created xsi:type="dcterms:W3CDTF">2023-07-18T12:46:51Z</dcterms:created>
  <dcterms:modified xsi:type="dcterms:W3CDTF">2023-11-08T03:49:55Z</dcterms:modified>
</cp:coreProperties>
</file>