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9144000" cy="548640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026" y="72"/>
      </p:cViewPr>
      <p:guideLst>
        <p:guide orient="horz" pos="17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97890"/>
            <a:ext cx="6858000" cy="191008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81630"/>
            <a:ext cx="6858000" cy="13246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41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3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67791"/>
            <a:ext cx="7886700" cy="22821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71571"/>
            <a:ext cx="7886700" cy="120015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60500"/>
            <a:ext cx="3886200" cy="34810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60500"/>
            <a:ext cx="3886200" cy="34810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00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92101"/>
            <a:ext cx="788670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44930"/>
            <a:ext cx="3868340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04060"/>
            <a:ext cx="3868340" cy="2947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44930"/>
            <a:ext cx="3887391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04060"/>
            <a:ext cx="3887391" cy="2947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60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56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66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760"/>
            <a:ext cx="2949178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89940"/>
            <a:ext cx="4629150" cy="38989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45920"/>
            <a:ext cx="2949178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91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760"/>
            <a:ext cx="2949178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89940"/>
            <a:ext cx="4629150" cy="38989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45920"/>
            <a:ext cx="2949178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82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4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92100"/>
            <a:ext cx="197167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92100"/>
            <a:ext cx="5800725" cy="464947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7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92101"/>
            <a:ext cx="788670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60500"/>
            <a:ext cx="788670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085080"/>
            <a:ext cx="20574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B38FD-8511-4B97-A791-A7574A73886D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085080"/>
            <a:ext cx="30861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085080"/>
            <a:ext cx="20574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BB4-76C5-4500-A223-BE3940181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4A94C-A101-45A4-84DE-452ED5DCCC6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5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E53FB3-46C2-4CE3-9C1B-1ABE24211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2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F9C80-D9C1-4029-8D31-05FAEC57E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</dc:creator>
  <cp:lastModifiedBy>PC1</cp:lastModifiedBy>
  <cp:revision>4</cp:revision>
  <cp:lastPrinted>2022-01-19T14:59:11Z</cp:lastPrinted>
  <dcterms:created xsi:type="dcterms:W3CDTF">2022-01-19T14:54:35Z</dcterms:created>
  <dcterms:modified xsi:type="dcterms:W3CDTF">2022-05-19T08:57:00Z</dcterms:modified>
</cp:coreProperties>
</file>