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0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85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9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48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87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7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24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7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77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73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199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2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5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B7334D-9936-4703-AA71-589E6F23BE90}"/>
              </a:ext>
            </a:extLst>
          </p:cNvPr>
          <p:cNvSpPr/>
          <p:nvPr/>
        </p:nvSpPr>
        <p:spPr>
          <a:xfrm>
            <a:off x="1512000" y="369000"/>
            <a:ext cx="6120000" cy="61200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211DB-6DB6-4990-B934-40F51084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12" y="489527"/>
            <a:ext cx="1494775" cy="1856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7B5499-93E1-4DF0-8371-E5B94D64F3E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93" y="1626517"/>
            <a:ext cx="720000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D0531C-220D-49AE-B36F-2A7EAE01206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95" y="1626517"/>
            <a:ext cx="720000" cy="14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04C2D-5B34-45D0-BE97-75B835529E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2"/>
          <a:stretch/>
        </p:blipFill>
        <p:spPr>
          <a:xfrm>
            <a:off x="5319386" y="938327"/>
            <a:ext cx="720000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A17907-5340-4619-A68B-3630E6D5AB81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23" y="938327"/>
            <a:ext cx="720000" cy="1440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E5B92CE-A427-48AC-AE93-53DAAFBC6DC8}"/>
              </a:ext>
            </a:extLst>
          </p:cNvPr>
          <p:cNvSpPr/>
          <p:nvPr/>
        </p:nvSpPr>
        <p:spPr>
          <a:xfrm>
            <a:off x="3621264" y="2497884"/>
            <a:ext cx="1800000" cy="1800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16884-C82B-4207-87A0-0322FC59FA1E}"/>
              </a:ext>
            </a:extLst>
          </p:cNvPr>
          <p:cNvSpPr txBox="1"/>
          <p:nvPr/>
        </p:nvSpPr>
        <p:spPr>
          <a:xfrm>
            <a:off x="4075290" y="254489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56</a:t>
            </a:r>
            <a:r>
              <a:rPr lang="en-US" sz="2400" baseline="30000" dirty="0">
                <a:solidFill>
                  <a:schemeClr val="bg1"/>
                </a:solidFill>
                <a:latin typeface="Arial Black" panose="020B0A04020102020204" pitchFamily="34" charset="0"/>
              </a:rPr>
              <a:t>TH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65872-767B-493B-A6CA-CBDA5F911444}"/>
              </a:ext>
            </a:extLst>
          </p:cNvPr>
          <p:cNvSpPr txBox="1"/>
          <p:nvPr/>
        </p:nvSpPr>
        <p:spPr>
          <a:xfrm>
            <a:off x="3632490" y="2927409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KOKAN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045D9-720A-4C7F-9776-0E33E0EAC898}"/>
              </a:ext>
            </a:extLst>
          </p:cNvPr>
          <p:cNvSpPr txBox="1"/>
          <p:nvPr/>
        </p:nvSpPr>
        <p:spPr>
          <a:xfrm>
            <a:off x="3632490" y="3764758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DAY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D0797-B226-4019-9A6F-BA52B2D215BE}"/>
              </a:ext>
            </a:extLst>
          </p:cNvPr>
          <p:cNvSpPr txBox="1"/>
          <p:nvPr/>
        </p:nvSpPr>
        <p:spPr>
          <a:xfrm>
            <a:off x="2929230" y="693367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MVC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76072-BF74-4E2A-A5DC-302EE7090083}"/>
              </a:ext>
            </a:extLst>
          </p:cNvPr>
          <p:cNvSpPr txBox="1"/>
          <p:nvPr/>
        </p:nvSpPr>
        <p:spPr>
          <a:xfrm>
            <a:off x="5421264" y="679293"/>
            <a:ext cx="517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AC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DF196-0B93-43A8-8BBC-1D69355C303C}"/>
              </a:ext>
            </a:extLst>
          </p:cNvPr>
          <p:cNvSpPr txBox="1"/>
          <p:nvPr/>
        </p:nvSpPr>
        <p:spPr>
          <a:xfrm>
            <a:off x="2119708" y="136657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VrC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C0516-1637-4B2E-8EB3-815FF24FC48F}"/>
              </a:ext>
            </a:extLst>
          </p:cNvPr>
          <p:cNvSpPr txBox="1"/>
          <p:nvPr/>
        </p:nvSpPr>
        <p:spPr>
          <a:xfrm>
            <a:off x="5927900" y="132814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SC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31D6C8E-D593-428D-A7F5-A2F30FD2016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101" y="3127544"/>
            <a:ext cx="1958162" cy="9620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5C5307-5797-45A7-822C-E5144ABA8C3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366" y="3131419"/>
            <a:ext cx="1958162" cy="9620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91B3F4-3F70-48C8-BADE-B1202EE58AE3}"/>
              </a:ext>
            </a:extLst>
          </p:cNvPr>
          <p:cNvSpPr txBox="1"/>
          <p:nvPr/>
        </p:nvSpPr>
        <p:spPr>
          <a:xfrm>
            <a:off x="2129525" y="337772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15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A178DE-8D23-4F2C-83B8-77B0F0C78FBF}"/>
              </a:ext>
            </a:extLst>
          </p:cNvPr>
          <p:cNvSpPr txBox="1"/>
          <p:nvPr/>
        </p:nvSpPr>
        <p:spPr>
          <a:xfrm>
            <a:off x="5885565" y="3377723"/>
            <a:ext cx="132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BURJ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002A86-41EE-4FE3-B41C-E4C1819D24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65" y="4361721"/>
            <a:ext cx="1042640" cy="9620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B1C9E9-5CAD-491C-AC75-665EEEF063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358" y="4150595"/>
            <a:ext cx="1447804" cy="90298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780940-0852-453D-8B0B-C338DDF0E2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182" y="5056086"/>
            <a:ext cx="1062741" cy="7937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D0D9B9-FC9D-4C16-AF9A-97BE5F5A46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28" y="5524586"/>
            <a:ext cx="1062741" cy="8191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A0E5783-C6C2-4ADF-8B8F-E4AE6AA977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569" y="5029255"/>
            <a:ext cx="1166757" cy="8191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3816B71-7DE9-48AB-83BE-29DBA673E0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31" y="4078794"/>
            <a:ext cx="1477960" cy="9029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21A10AA-263B-437D-8A9F-5D70B6FD283E}"/>
              </a:ext>
            </a:extLst>
          </p:cNvPr>
          <p:cNvSpPr txBox="1"/>
          <p:nvPr/>
        </p:nvSpPr>
        <p:spPr>
          <a:xfrm>
            <a:off x="3632490" y="3347723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BURJ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5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B7334D-9936-4703-AA71-589E6F23BE90}"/>
              </a:ext>
            </a:extLst>
          </p:cNvPr>
          <p:cNvSpPr/>
          <p:nvPr/>
        </p:nvSpPr>
        <p:spPr>
          <a:xfrm>
            <a:off x="1512000" y="369000"/>
            <a:ext cx="6120000" cy="61200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211DB-6DB6-4990-B934-40F51084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12" y="489527"/>
            <a:ext cx="1494775" cy="1856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7B5499-93E1-4DF0-8371-E5B94D64F3E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93" y="1626517"/>
            <a:ext cx="720000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D0531C-220D-49AE-B36F-2A7EAE01206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95" y="1626517"/>
            <a:ext cx="720000" cy="14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04C2D-5B34-45D0-BE97-75B835529E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2"/>
          <a:stretch/>
        </p:blipFill>
        <p:spPr>
          <a:xfrm>
            <a:off x="5319386" y="938327"/>
            <a:ext cx="720000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A17907-5340-4619-A68B-3630E6D5AB81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23" y="938327"/>
            <a:ext cx="720000" cy="1440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E5B92CE-A427-48AC-AE93-53DAAFBC6DC8}"/>
              </a:ext>
            </a:extLst>
          </p:cNvPr>
          <p:cNvSpPr/>
          <p:nvPr/>
        </p:nvSpPr>
        <p:spPr>
          <a:xfrm>
            <a:off x="3621264" y="2497884"/>
            <a:ext cx="1800000" cy="1800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16884-C82B-4207-87A0-0322FC59FA1E}"/>
              </a:ext>
            </a:extLst>
          </p:cNvPr>
          <p:cNvSpPr txBox="1"/>
          <p:nvPr/>
        </p:nvSpPr>
        <p:spPr>
          <a:xfrm>
            <a:off x="3975722" y="2544891"/>
            <a:ext cx="111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५६ वा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65872-767B-493B-A6CA-CBDA5F911444}"/>
              </a:ext>
            </a:extLst>
          </p:cNvPr>
          <p:cNvSpPr txBox="1"/>
          <p:nvPr/>
        </p:nvSpPr>
        <p:spPr>
          <a:xfrm>
            <a:off x="3632490" y="2955117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कोकण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045D9-720A-4C7F-9776-0E33E0EAC898}"/>
              </a:ext>
            </a:extLst>
          </p:cNvPr>
          <p:cNvSpPr txBox="1"/>
          <p:nvPr/>
        </p:nvSpPr>
        <p:spPr>
          <a:xfrm>
            <a:off x="3632490" y="3764758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दिवस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D0797-B226-4019-9A6F-BA52B2D215BE}"/>
              </a:ext>
            </a:extLst>
          </p:cNvPr>
          <p:cNvSpPr txBox="1"/>
          <p:nvPr/>
        </p:nvSpPr>
        <p:spPr>
          <a:xfrm>
            <a:off x="2929230" y="693367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MVC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76072-BF74-4E2A-A5DC-302EE7090083}"/>
              </a:ext>
            </a:extLst>
          </p:cNvPr>
          <p:cNvSpPr txBox="1"/>
          <p:nvPr/>
        </p:nvSpPr>
        <p:spPr>
          <a:xfrm>
            <a:off x="5421264" y="679293"/>
            <a:ext cx="517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AC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DF196-0B93-43A8-8BBC-1D69355C303C}"/>
              </a:ext>
            </a:extLst>
          </p:cNvPr>
          <p:cNvSpPr txBox="1"/>
          <p:nvPr/>
        </p:nvSpPr>
        <p:spPr>
          <a:xfrm>
            <a:off x="2119708" y="136657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VrC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C0516-1637-4B2E-8EB3-815FF24FC48F}"/>
              </a:ext>
            </a:extLst>
          </p:cNvPr>
          <p:cNvSpPr txBox="1"/>
          <p:nvPr/>
        </p:nvSpPr>
        <p:spPr>
          <a:xfrm>
            <a:off x="5927900" y="132814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SC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31D6C8E-D593-428D-A7F5-A2F30FD2016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101" y="3127544"/>
            <a:ext cx="1958162" cy="9620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5C5307-5797-45A7-822C-E5144ABA8C3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366" y="3131419"/>
            <a:ext cx="1958162" cy="9620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91B3F4-3F70-48C8-BADE-B1202EE58AE3}"/>
              </a:ext>
            </a:extLst>
          </p:cNvPr>
          <p:cNvSpPr txBox="1"/>
          <p:nvPr/>
        </p:nvSpPr>
        <p:spPr>
          <a:xfrm>
            <a:off x="2129525" y="337772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15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A178DE-8D23-4F2C-83B8-77B0F0C78FBF}"/>
              </a:ext>
            </a:extLst>
          </p:cNvPr>
          <p:cNvSpPr txBox="1"/>
          <p:nvPr/>
        </p:nvSpPr>
        <p:spPr>
          <a:xfrm>
            <a:off x="5885565" y="3377723"/>
            <a:ext cx="132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BURJ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002A86-41EE-4FE3-B41C-E4C1819D24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65" y="4361721"/>
            <a:ext cx="1042640" cy="9620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B1C9E9-5CAD-491C-AC75-665EEEF063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358" y="4150595"/>
            <a:ext cx="1447804" cy="90298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780940-0852-453D-8B0B-C338DDF0E2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182" y="5056086"/>
            <a:ext cx="1062741" cy="7937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D0D9B9-FC9D-4C16-AF9A-97BE5F5A46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28" y="5524586"/>
            <a:ext cx="1062741" cy="8191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A0E5783-C6C2-4ADF-8B8F-E4AE6AA977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569" y="5029255"/>
            <a:ext cx="1166757" cy="8191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3816B71-7DE9-48AB-83BE-29DBA673E0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31" y="4078794"/>
            <a:ext cx="1477960" cy="9029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21A10AA-263B-437D-8A9F-5D70B6FD283E}"/>
              </a:ext>
            </a:extLst>
          </p:cNvPr>
          <p:cNvSpPr txBox="1"/>
          <p:nvPr/>
        </p:nvSpPr>
        <p:spPr>
          <a:xfrm>
            <a:off x="3632490" y="3356959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बुर्ज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98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21</Words>
  <Application>Microsoft Office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Mangal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2024-07-24T04:31:11Z</dcterms:created>
  <dcterms:modified xsi:type="dcterms:W3CDTF">2024-07-24T04:56:15Z</dcterms:modified>
</cp:coreProperties>
</file>