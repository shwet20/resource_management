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7" r:id="rId2"/>
    <p:sldId id="258" r:id="rId3"/>
    <p:sldId id="260" r:id="rId4"/>
    <p:sldId id="261" r:id="rId5"/>
    <p:sldId id="263" r:id="rId6"/>
    <p:sldId id="262" r:id="rId7"/>
  </p:sldIdLst>
  <p:sldSz cx="7315200" cy="9144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30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344" autoAdjust="0"/>
    <p:restoredTop sz="94660"/>
  </p:normalViewPr>
  <p:slideViewPr>
    <p:cSldViewPr snapToGrid="0" showGuides="1">
      <p:cViewPr varScale="1">
        <p:scale>
          <a:sx n="59" d="100"/>
          <a:sy n="59" d="100"/>
        </p:scale>
        <p:origin x="1771" y="72"/>
      </p:cViewPr>
      <p:guideLst>
        <p:guide orient="horz" pos="2880"/>
        <p:guide pos="230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8640" y="1496484"/>
            <a:ext cx="6217920" cy="3183467"/>
          </a:xfrm>
        </p:spPr>
        <p:txBody>
          <a:bodyPr anchor="b"/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4802717"/>
            <a:ext cx="5486400" cy="2207683"/>
          </a:xfrm>
        </p:spPr>
        <p:txBody>
          <a:bodyPr/>
          <a:lstStyle>
            <a:lvl1pPr marL="0" indent="0" algn="ctr">
              <a:buNone/>
              <a:defRPr sz="1920"/>
            </a:lvl1pPr>
            <a:lvl2pPr marL="365760" indent="0" algn="ctr">
              <a:buNone/>
              <a:defRPr sz="1600"/>
            </a:lvl2pPr>
            <a:lvl3pPr marL="731520" indent="0" algn="ctr">
              <a:buNone/>
              <a:defRPr sz="1440"/>
            </a:lvl3pPr>
            <a:lvl4pPr marL="1097280" indent="0" algn="ctr">
              <a:buNone/>
              <a:defRPr sz="1280"/>
            </a:lvl4pPr>
            <a:lvl5pPr marL="1463040" indent="0" algn="ctr">
              <a:buNone/>
              <a:defRPr sz="1280"/>
            </a:lvl5pPr>
            <a:lvl6pPr marL="1828800" indent="0" algn="ctr">
              <a:buNone/>
              <a:defRPr sz="1280"/>
            </a:lvl6pPr>
            <a:lvl7pPr marL="2194560" indent="0" algn="ctr">
              <a:buNone/>
              <a:defRPr sz="1280"/>
            </a:lvl7pPr>
            <a:lvl8pPr marL="2560320" indent="0" algn="ctr">
              <a:buNone/>
              <a:defRPr sz="1280"/>
            </a:lvl8pPr>
            <a:lvl9pPr marL="2926080" indent="0" algn="ctr">
              <a:buNone/>
              <a:defRPr sz="128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9A564-032A-4A51-A9F2-1D4B4589B84E}" type="datetimeFigureOut">
              <a:rPr lang="en-IN" smtClean="0"/>
              <a:t>26-11-2022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DF30B8-95BC-4A06-A5D6-94F861DA7A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34740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9A564-032A-4A51-A9F2-1D4B4589B84E}" type="datetimeFigureOut">
              <a:rPr lang="en-IN" smtClean="0"/>
              <a:t>26-11-2022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DF30B8-95BC-4A06-A5D6-94F861DA7A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8375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9110" y="2279653"/>
            <a:ext cx="6309360" cy="3803649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9110" y="6119286"/>
            <a:ext cx="6309360" cy="2000249"/>
          </a:xfrm>
        </p:spPr>
        <p:txBody>
          <a:bodyPr/>
          <a:lstStyle>
            <a:lvl1pPr marL="0" indent="0">
              <a:buNone/>
              <a:defRPr sz="1920">
                <a:solidFill>
                  <a:schemeClr val="tx1"/>
                </a:solidFill>
              </a:defRPr>
            </a:lvl1pPr>
            <a:lvl2pPr marL="36576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731520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3pPr>
            <a:lvl4pPr marL="1097280" indent="0">
              <a:buNone/>
              <a:defRPr sz="1280">
                <a:solidFill>
                  <a:schemeClr val="tx1">
                    <a:tint val="75000"/>
                  </a:schemeClr>
                </a:solidFill>
              </a:defRPr>
            </a:lvl4pPr>
            <a:lvl5pPr marL="1463040" indent="0">
              <a:buNone/>
              <a:defRPr sz="1280">
                <a:solidFill>
                  <a:schemeClr val="tx1">
                    <a:tint val="75000"/>
                  </a:schemeClr>
                </a:solidFill>
              </a:defRPr>
            </a:lvl5pPr>
            <a:lvl6pPr marL="1828800" indent="0">
              <a:buNone/>
              <a:defRPr sz="1280">
                <a:solidFill>
                  <a:schemeClr val="tx1">
                    <a:tint val="75000"/>
                  </a:schemeClr>
                </a:solidFill>
              </a:defRPr>
            </a:lvl6pPr>
            <a:lvl7pPr marL="2194560" indent="0">
              <a:buNone/>
              <a:defRPr sz="1280">
                <a:solidFill>
                  <a:schemeClr val="tx1">
                    <a:tint val="75000"/>
                  </a:schemeClr>
                </a:solidFill>
              </a:defRPr>
            </a:lvl7pPr>
            <a:lvl8pPr marL="2560320" indent="0">
              <a:buNone/>
              <a:defRPr sz="1280">
                <a:solidFill>
                  <a:schemeClr val="tx1">
                    <a:tint val="75000"/>
                  </a:schemeClr>
                </a:solidFill>
              </a:defRPr>
            </a:lvl8pPr>
            <a:lvl9pPr marL="2926080" indent="0">
              <a:buNone/>
              <a:defRPr sz="12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9A564-032A-4A51-A9F2-1D4B4589B84E}" type="datetimeFigureOut">
              <a:rPr lang="en-IN" smtClean="0"/>
              <a:t>26-11-2022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DF30B8-95BC-4A06-A5D6-94F861DA7A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30832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2920" y="2434167"/>
            <a:ext cx="3108960" cy="580178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703320" y="2434167"/>
            <a:ext cx="3108960" cy="580178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9A564-032A-4A51-A9F2-1D4B4589B84E}" type="datetimeFigureOut">
              <a:rPr lang="en-IN" smtClean="0"/>
              <a:t>26-11-2022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DF30B8-95BC-4A06-A5D6-94F861DA7A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6786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3873" y="486836"/>
            <a:ext cx="6309360" cy="17674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3874" y="2241551"/>
            <a:ext cx="3094672" cy="1098549"/>
          </a:xfrm>
        </p:spPr>
        <p:txBody>
          <a:bodyPr anchor="b"/>
          <a:lstStyle>
            <a:lvl1pPr marL="0" indent="0">
              <a:buNone/>
              <a:defRPr sz="1920" b="1"/>
            </a:lvl1pPr>
            <a:lvl2pPr marL="365760" indent="0">
              <a:buNone/>
              <a:defRPr sz="1600" b="1"/>
            </a:lvl2pPr>
            <a:lvl3pPr marL="731520" indent="0">
              <a:buNone/>
              <a:defRPr sz="1440" b="1"/>
            </a:lvl3pPr>
            <a:lvl4pPr marL="1097280" indent="0">
              <a:buNone/>
              <a:defRPr sz="1280" b="1"/>
            </a:lvl4pPr>
            <a:lvl5pPr marL="1463040" indent="0">
              <a:buNone/>
              <a:defRPr sz="1280" b="1"/>
            </a:lvl5pPr>
            <a:lvl6pPr marL="1828800" indent="0">
              <a:buNone/>
              <a:defRPr sz="1280" b="1"/>
            </a:lvl6pPr>
            <a:lvl7pPr marL="2194560" indent="0">
              <a:buNone/>
              <a:defRPr sz="1280" b="1"/>
            </a:lvl7pPr>
            <a:lvl8pPr marL="2560320" indent="0">
              <a:buNone/>
              <a:defRPr sz="1280" b="1"/>
            </a:lvl8pPr>
            <a:lvl9pPr marL="2926080" indent="0">
              <a:buNone/>
              <a:defRPr sz="128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3874" y="3340100"/>
            <a:ext cx="3094672" cy="491278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703320" y="2241551"/>
            <a:ext cx="3109913" cy="1098549"/>
          </a:xfrm>
        </p:spPr>
        <p:txBody>
          <a:bodyPr anchor="b"/>
          <a:lstStyle>
            <a:lvl1pPr marL="0" indent="0">
              <a:buNone/>
              <a:defRPr sz="1920" b="1"/>
            </a:lvl1pPr>
            <a:lvl2pPr marL="365760" indent="0">
              <a:buNone/>
              <a:defRPr sz="1600" b="1"/>
            </a:lvl2pPr>
            <a:lvl3pPr marL="731520" indent="0">
              <a:buNone/>
              <a:defRPr sz="1440" b="1"/>
            </a:lvl3pPr>
            <a:lvl4pPr marL="1097280" indent="0">
              <a:buNone/>
              <a:defRPr sz="1280" b="1"/>
            </a:lvl4pPr>
            <a:lvl5pPr marL="1463040" indent="0">
              <a:buNone/>
              <a:defRPr sz="1280" b="1"/>
            </a:lvl5pPr>
            <a:lvl6pPr marL="1828800" indent="0">
              <a:buNone/>
              <a:defRPr sz="1280" b="1"/>
            </a:lvl6pPr>
            <a:lvl7pPr marL="2194560" indent="0">
              <a:buNone/>
              <a:defRPr sz="1280" b="1"/>
            </a:lvl7pPr>
            <a:lvl8pPr marL="2560320" indent="0">
              <a:buNone/>
              <a:defRPr sz="1280" b="1"/>
            </a:lvl8pPr>
            <a:lvl9pPr marL="2926080" indent="0">
              <a:buNone/>
              <a:defRPr sz="128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703320" y="3340100"/>
            <a:ext cx="3109913" cy="491278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9A564-032A-4A51-A9F2-1D4B4589B84E}" type="datetimeFigureOut">
              <a:rPr lang="en-IN" smtClean="0"/>
              <a:t>26-11-2022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DF30B8-95BC-4A06-A5D6-94F861DA7A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99423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9A564-032A-4A51-A9F2-1D4B4589B84E}" type="datetimeFigureOut">
              <a:rPr lang="en-IN" smtClean="0"/>
              <a:t>26-11-2022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DF30B8-95BC-4A06-A5D6-94F861DA7A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22266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9A564-032A-4A51-A9F2-1D4B4589B84E}" type="datetimeFigureOut">
              <a:rPr lang="en-IN" smtClean="0"/>
              <a:t>26-11-2022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DF30B8-95BC-4A06-A5D6-94F861DA7A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234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3873" y="609600"/>
            <a:ext cx="2359342" cy="2133600"/>
          </a:xfrm>
        </p:spPr>
        <p:txBody>
          <a:bodyPr anchor="b"/>
          <a:lstStyle>
            <a:lvl1pPr>
              <a:defRPr sz="25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09913" y="1316569"/>
            <a:ext cx="3703320" cy="6498167"/>
          </a:xfrm>
        </p:spPr>
        <p:txBody>
          <a:bodyPr/>
          <a:lstStyle>
            <a:lvl1pPr>
              <a:defRPr sz="2560"/>
            </a:lvl1pPr>
            <a:lvl2pPr>
              <a:defRPr sz="2240"/>
            </a:lvl2pPr>
            <a:lvl3pPr>
              <a:defRPr sz="192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3873" y="2743200"/>
            <a:ext cx="2359342" cy="5082117"/>
          </a:xfrm>
        </p:spPr>
        <p:txBody>
          <a:bodyPr/>
          <a:lstStyle>
            <a:lvl1pPr marL="0" indent="0">
              <a:buNone/>
              <a:defRPr sz="1280"/>
            </a:lvl1pPr>
            <a:lvl2pPr marL="365760" indent="0">
              <a:buNone/>
              <a:defRPr sz="1120"/>
            </a:lvl2pPr>
            <a:lvl3pPr marL="731520" indent="0">
              <a:buNone/>
              <a:defRPr sz="960"/>
            </a:lvl3pPr>
            <a:lvl4pPr marL="1097280" indent="0">
              <a:buNone/>
              <a:defRPr sz="800"/>
            </a:lvl4pPr>
            <a:lvl5pPr marL="1463040" indent="0">
              <a:buNone/>
              <a:defRPr sz="800"/>
            </a:lvl5pPr>
            <a:lvl6pPr marL="1828800" indent="0">
              <a:buNone/>
              <a:defRPr sz="800"/>
            </a:lvl6pPr>
            <a:lvl7pPr marL="2194560" indent="0">
              <a:buNone/>
              <a:defRPr sz="800"/>
            </a:lvl7pPr>
            <a:lvl8pPr marL="2560320" indent="0">
              <a:buNone/>
              <a:defRPr sz="800"/>
            </a:lvl8pPr>
            <a:lvl9pPr marL="2926080" indent="0">
              <a:buNone/>
              <a:defRPr sz="8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9A564-032A-4A51-A9F2-1D4B4589B84E}" type="datetimeFigureOut">
              <a:rPr lang="en-IN" smtClean="0"/>
              <a:t>26-11-2022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DF30B8-95BC-4A06-A5D6-94F861DA7A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50847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3873" y="609600"/>
            <a:ext cx="2359342" cy="2133600"/>
          </a:xfrm>
        </p:spPr>
        <p:txBody>
          <a:bodyPr anchor="b"/>
          <a:lstStyle>
            <a:lvl1pPr>
              <a:defRPr sz="25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109913" y="1316569"/>
            <a:ext cx="3703320" cy="6498167"/>
          </a:xfrm>
        </p:spPr>
        <p:txBody>
          <a:bodyPr anchor="t"/>
          <a:lstStyle>
            <a:lvl1pPr marL="0" indent="0">
              <a:buNone/>
              <a:defRPr sz="2560"/>
            </a:lvl1pPr>
            <a:lvl2pPr marL="365760" indent="0">
              <a:buNone/>
              <a:defRPr sz="2240"/>
            </a:lvl2pPr>
            <a:lvl3pPr marL="731520" indent="0">
              <a:buNone/>
              <a:defRPr sz="1920"/>
            </a:lvl3pPr>
            <a:lvl4pPr marL="1097280" indent="0">
              <a:buNone/>
              <a:defRPr sz="1600"/>
            </a:lvl4pPr>
            <a:lvl5pPr marL="1463040" indent="0">
              <a:buNone/>
              <a:defRPr sz="1600"/>
            </a:lvl5pPr>
            <a:lvl6pPr marL="1828800" indent="0">
              <a:buNone/>
              <a:defRPr sz="1600"/>
            </a:lvl6pPr>
            <a:lvl7pPr marL="2194560" indent="0">
              <a:buNone/>
              <a:defRPr sz="1600"/>
            </a:lvl7pPr>
            <a:lvl8pPr marL="2560320" indent="0">
              <a:buNone/>
              <a:defRPr sz="1600"/>
            </a:lvl8pPr>
            <a:lvl9pPr marL="292608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3873" y="2743200"/>
            <a:ext cx="2359342" cy="5082117"/>
          </a:xfrm>
        </p:spPr>
        <p:txBody>
          <a:bodyPr/>
          <a:lstStyle>
            <a:lvl1pPr marL="0" indent="0">
              <a:buNone/>
              <a:defRPr sz="1280"/>
            </a:lvl1pPr>
            <a:lvl2pPr marL="365760" indent="0">
              <a:buNone/>
              <a:defRPr sz="1120"/>
            </a:lvl2pPr>
            <a:lvl3pPr marL="731520" indent="0">
              <a:buNone/>
              <a:defRPr sz="960"/>
            </a:lvl3pPr>
            <a:lvl4pPr marL="1097280" indent="0">
              <a:buNone/>
              <a:defRPr sz="800"/>
            </a:lvl4pPr>
            <a:lvl5pPr marL="1463040" indent="0">
              <a:buNone/>
              <a:defRPr sz="800"/>
            </a:lvl5pPr>
            <a:lvl6pPr marL="1828800" indent="0">
              <a:buNone/>
              <a:defRPr sz="800"/>
            </a:lvl6pPr>
            <a:lvl7pPr marL="2194560" indent="0">
              <a:buNone/>
              <a:defRPr sz="800"/>
            </a:lvl7pPr>
            <a:lvl8pPr marL="2560320" indent="0">
              <a:buNone/>
              <a:defRPr sz="800"/>
            </a:lvl8pPr>
            <a:lvl9pPr marL="2926080" indent="0">
              <a:buNone/>
              <a:defRPr sz="8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9A564-032A-4A51-A9F2-1D4B4589B84E}" type="datetimeFigureOut">
              <a:rPr lang="en-IN" smtClean="0"/>
              <a:t>26-11-2022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DF30B8-95BC-4A06-A5D6-94F861DA7A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03442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9A564-032A-4A51-A9F2-1D4B4589B84E}" type="datetimeFigureOut">
              <a:rPr lang="en-IN" smtClean="0"/>
              <a:t>26-11-2022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DF30B8-95BC-4A06-A5D6-94F861DA7A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91416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234940" y="486834"/>
            <a:ext cx="1577340" cy="77491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2920" y="486834"/>
            <a:ext cx="4640580" cy="774911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9A564-032A-4A51-A9F2-1D4B4589B84E}" type="datetimeFigureOut">
              <a:rPr lang="en-IN" smtClean="0"/>
              <a:t>26-11-2022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DF30B8-95BC-4A06-A5D6-94F861DA7A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30632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2920" y="486836"/>
            <a:ext cx="6309360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2920" y="2434167"/>
            <a:ext cx="6309360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02920" y="8475136"/>
            <a:ext cx="164592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09A564-032A-4A51-A9F2-1D4B4589B84E}" type="datetimeFigureOut">
              <a:rPr lang="en-IN" smtClean="0"/>
              <a:t>26-11-2022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423160" y="8475136"/>
            <a:ext cx="246888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166360" y="8475136"/>
            <a:ext cx="164592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DF30B8-95BC-4A06-A5D6-94F861DA7A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37803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731520" rtl="0" eaLnBrk="1" latinLnBrk="0" hangingPunct="1">
        <a:lnSpc>
          <a:spcPct val="90000"/>
        </a:lnSpc>
        <a:spcBef>
          <a:spcPct val="0"/>
        </a:spcBef>
        <a:buNone/>
        <a:defRPr sz="35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73152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defRPr sz="224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182880" algn="l" defTabSz="73152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l" defTabSz="73152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182880" algn="l" defTabSz="73152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440" kern="1200">
          <a:solidFill>
            <a:schemeClr val="tx1"/>
          </a:solidFill>
          <a:latin typeface="+mn-lt"/>
          <a:ea typeface="+mn-ea"/>
          <a:cs typeface="+mn-cs"/>
        </a:defRPr>
      </a:lvl4pPr>
      <a:lvl5pPr marL="1645920" indent="-182880" algn="l" defTabSz="73152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440" kern="1200">
          <a:solidFill>
            <a:schemeClr val="tx1"/>
          </a:solidFill>
          <a:latin typeface="+mn-lt"/>
          <a:ea typeface="+mn-ea"/>
          <a:cs typeface="+mn-cs"/>
        </a:defRPr>
      </a:lvl5pPr>
      <a:lvl6pPr marL="2011680" indent="-182880" algn="l" defTabSz="73152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440" kern="120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182880" algn="l" defTabSz="73152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44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182880" algn="l" defTabSz="73152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44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indent="-182880" algn="l" defTabSz="73152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4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1pPr>
      <a:lvl2pPr marL="36576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5pPr>
      <a:lvl6pPr marL="182880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6pPr>
      <a:lvl7pPr marL="219456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7pPr>
      <a:lvl8pPr marL="256032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8pPr>
      <a:lvl9pPr marL="292608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g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g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37F5482-AC4D-4971-AF60-92C21FB7DE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328678" cy="914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75521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37F5482-AC4D-4971-AF60-92C21FB7DE33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328678" cy="914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87639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37F5482-AC4D-4971-AF60-92C21FB7DE33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328678" cy="914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18858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4EFF2E6-C9C0-4BC5-92E4-DAD7F3136C0D}"/>
              </a:ext>
            </a:extLst>
          </p:cNvPr>
          <p:cNvPicPr preferRelativeResize="0">
            <a:picLocks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1200" r="6666" b="52163"/>
          <a:stretch/>
        </p:blipFill>
        <p:spPr>
          <a:xfrm>
            <a:off x="1859280" y="1102430"/>
            <a:ext cx="1260000" cy="1260000"/>
          </a:xfrm>
          <a:prstGeom prst="ellipse">
            <a:avLst/>
          </a:prstGeom>
          <a:ln w="12700" cap="rnd">
            <a:solidFill>
              <a:schemeClr val="tx1"/>
            </a:solidFill>
          </a:ln>
          <a:effectLst/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FFA986A-D841-4554-9A84-0A0F98A197DF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6484" y="1192430"/>
            <a:ext cx="865592" cy="1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03924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E0EE76C-774A-4A5E-9407-31F3A941BF95}"/>
              </a:ext>
            </a:extLst>
          </p:cNvPr>
          <p:cNvPicPr preferRelativeResize="0">
            <a:picLocks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1200" r="6666" b="52163"/>
          <a:stretch/>
        </p:blipFill>
        <p:spPr>
          <a:xfrm>
            <a:off x="1859280" y="1102430"/>
            <a:ext cx="3600000" cy="3600000"/>
          </a:xfrm>
          <a:prstGeom prst="ellipse">
            <a:avLst/>
          </a:prstGeom>
          <a:ln w="12700" cap="rnd">
            <a:solidFill>
              <a:schemeClr val="tx1"/>
            </a:solidFill>
          </a:ln>
          <a:effectLst/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6F66135-D58E-4CD6-A288-E9E61CF736B0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9212" y="1282430"/>
            <a:ext cx="2596776" cy="32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44605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4EFF2E6-C9C0-4BC5-92E4-DAD7F3136C0D}"/>
              </a:ext>
            </a:extLst>
          </p:cNvPr>
          <p:cNvPicPr preferRelativeResize="0">
            <a:picLocks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1200" r="6666" b="52163"/>
          <a:stretch/>
        </p:blipFill>
        <p:spPr>
          <a:xfrm>
            <a:off x="1360932" y="2263140"/>
            <a:ext cx="4593336" cy="4617719"/>
          </a:xfrm>
          <a:prstGeom prst="ellipse">
            <a:avLst/>
          </a:prstGeom>
          <a:solidFill>
            <a:schemeClr val="bg1"/>
          </a:solidFill>
          <a:ln w="63500" cap="rnd">
            <a:solidFill>
              <a:srgbClr val="333333"/>
            </a:solidFill>
          </a:ln>
          <a:effectLst/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FFA986A-D841-4554-9A84-0A0F98A197DF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2640" y="2651488"/>
            <a:ext cx="3078480" cy="3841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2938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37</TotalTime>
  <Words>0</Words>
  <Application>Microsoft Office PowerPoint</Application>
  <PresentationFormat>Custom</PresentationFormat>
  <Paragraphs>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PC1</dc:creator>
  <cp:lastModifiedBy>MY</cp:lastModifiedBy>
  <cp:revision>4</cp:revision>
  <dcterms:created xsi:type="dcterms:W3CDTF">2022-05-19T08:45:34Z</dcterms:created>
  <dcterms:modified xsi:type="dcterms:W3CDTF">2022-11-26T03:30:14Z</dcterms:modified>
</cp:coreProperties>
</file>