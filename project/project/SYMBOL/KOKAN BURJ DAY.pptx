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102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2477-B495-4DD8-960D-A83C2121870F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F9661-B44A-4F2D-A022-0307B7320B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851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2477-B495-4DD8-960D-A83C2121870F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F9661-B44A-4F2D-A022-0307B7320B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591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2477-B495-4DD8-960D-A83C2121870F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F9661-B44A-4F2D-A022-0307B7320B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48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2477-B495-4DD8-960D-A83C2121870F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F9661-B44A-4F2D-A022-0307B7320B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879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2477-B495-4DD8-960D-A83C2121870F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F9661-B44A-4F2D-A022-0307B7320B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07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2477-B495-4DD8-960D-A83C2121870F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F9661-B44A-4F2D-A022-0307B7320B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244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2477-B495-4DD8-960D-A83C2121870F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F9661-B44A-4F2D-A022-0307B7320B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74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2477-B495-4DD8-960D-A83C2121870F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F9661-B44A-4F2D-A022-0307B7320B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779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2477-B495-4DD8-960D-A83C2121870F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F9661-B44A-4F2D-A022-0307B7320B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734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2477-B495-4DD8-960D-A83C2121870F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F9661-B44A-4F2D-A022-0307B7320B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199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2477-B495-4DD8-960D-A83C2121870F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F9661-B44A-4F2D-A022-0307B7320B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425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1D2477-B495-4DD8-960D-A83C2121870F}" type="datetimeFigureOut">
              <a:rPr lang="en-IN" smtClean="0"/>
              <a:t>24-07-2024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EF9661-B44A-4F2D-A022-0307B7320B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754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pn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0.png"/><Relationship Id="rId5" Type="http://schemas.openxmlformats.org/officeDocument/2006/relationships/image" Target="../media/image4.jp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pn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0.png"/><Relationship Id="rId5" Type="http://schemas.openxmlformats.org/officeDocument/2006/relationships/image" Target="../media/image4.jp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5B7334D-9936-4703-AA71-589E6F23BE90}"/>
              </a:ext>
            </a:extLst>
          </p:cNvPr>
          <p:cNvSpPr/>
          <p:nvPr/>
        </p:nvSpPr>
        <p:spPr>
          <a:xfrm>
            <a:off x="1512000" y="369000"/>
            <a:ext cx="6120000" cy="612000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0211DB-6DB6-4990-B934-40F510842C3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4612" y="489527"/>
            <a:ext cx="1494775" cy="18569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87B5499-93E1-4DF0-8371-E5B94D64F3E4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93" y="1626517"/>
            <a:ext cx="720000" cy="144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DD0531C-220D-49AE-B36F-2A7EAE012064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095" y="1626517"/>
            <a:ext cx="720000" cy="144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1304C2D-5B34-45D0-BE97-75B835529E7C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02"/>
          <a:stretch/>
        </p:blipFill>
        <p:spPr>
          <a:xfrm>
            <a:off x="5319386" y="938327"/>
            <a:ext cx="720000" cy="144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2A17907-5340-4619-A68B-3630E6D5AB81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023" y="938327"/>
            <a:ext cx="720000" cy="1440000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DE5B92CE-A427-48AC-AE93-53DAAFBC6DC8}"/>
              </a:ext>
            </a:extLst>
          </p:cNvPr>
          <p:cNvSpPr/>
          <p:nvPr/>
        </p:nvSpPr>
        <p:spPr>
          <a:xfrm>
            <a:off x="3621264" y="2497884"/>
            <a:ext cx="1800000" cy="1800000"/>
          </a:xfrm>
          <a:prstGeom prst="ellipse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216884-C82B-4207-87A0-0322FC59FA1E}"/>
              </a:ext>
            </a:extLst>
          </p:cNvPr>
          <p:cNvSpPr txBox="1"/>
          <p:nvPr/>
        </p:nvSpPr>
        <p:spPr>
          <a:xfrm>
            <a:off x="4075290" y="2544891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56</a:t>
            </a:r>
            <a:r>
              <a:rPr lang="en-US" sz="2400" baseline="30000" dirty="0">
                <a:solidFill>
                  <a:schemeClr val="bg1"/>
                </a:solidFill>
                <a:latin typeface="Arial Black" panose="020B0A04020102020204" pitchFamily="34" charset="0"/>
              </a:rPr>
              <a:t>TH</a:t>
            </a:r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endParaRPr lang="en-I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B65872-767B-493B-A6CA-CBDA5F911444}"/>
              </a:ext>
            </a:extLst>
          </p:cNvPr>
          <p:cNvSpPr txBox="1"/>
          <p:nvPr/>
        </p:nvSpPr>
        <p:spPr>
          <a:xfrm>
            <a:off x="3632490" y="2927409"/>
            <a:ext cx="18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chemeClr val="bg1"/>
                </a:solidFill>
                <a:latin typeface="Arial Black" panose="020B0A04020102020204" pitchFamily="34" charset="0"/>
              </a:rPr>
              <a:t>KOKAN</a:t>
            </a:r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endParaRPr lang="en-I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1045D9-720A-4C7F-9776-0E33E0EAC898}"/>
              </a:ext>
            </a:extLst>
          </p:cNvPr>
          <p:cNvSpPr txBox="1"/>
          <p:nvPr/>
        </p:nvSpPr>
        <p:spPr>
          <a:xfrm>
            <a:off x="3632490" y="3764758"/>
            <a:ext cx="18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DAY </a:t>
            </a:r>
            <a:endParaRPr lang="en-I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1D0797-B226-4019-9A6F-BA52B2D215BE}"/>
              </a:ext>
            </a:extLst>
          </p:cNvPr>
          <p:cNvSpPr txBox="1"/>
          <p:nvPr/>
        </p:nvSpPr>
        <p:spPr>
          <a:xfrm>
            <a:off x="2929230" y="693367"/>
            <a:ext cx="10955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MVC</a:t>
            </a:r>
            <a:endParaRPr lang="en-IN" sz="16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C76072-BF74-4E2A-A5DC-302EE7090083}"/>
              </a:ext>
            </a:extLst>
          </p:cNvPr>
          <p:cNvSpPr txBox="1"/>
          <p:nvPr/>
        </p:nvSpPr>
        <p:spPr>
          <a:xfrm>
            <a:off x="5421264" y="679293"/>
            <a:ext cx="5177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Arial Black" panose="020B0A04020102020204" pitchFamily="34" charset="0"/>
              </a:rPr>
              <a:t>AC</a:t>
            </a:r>
            <a:endParaRPr lang="en-IN" sz="16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4DF196-0B93-43A8-8BBC-1D69355C303C}"/>
              </a:ext>
            </a:extLst>
          </p:cNvPr>
          <p:cNvSpPr txBox="1"/>
          <p:nvPr/>
        </p:nvSpPr>
        <p:spPr>
          <a:xfrm>
            <a:off x="2119708" y="1366570"/>
            <a:ext cx="10955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VrC</a:t>
            </a:r>
            <a:endParaRPr lang="en-IN" sz="16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8C0516-1637-4B2E-8EB3-815FF24FC48F}"/>
              </a:ext>
            </a:extLst>
          </p:cNvPr>
          <p:cNvSpPr txBox="1"/>
          <p:nvPr/>
        </p:nvSpPr>
        <p:spPr>
          <a:xfrm>
            <a:off x="5927900" y="1328140"/>
            <a:ext cx="10955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Arial Black" panose="020B0A04020102020204" pitchFamily="34" charset="0"/>
              </a:rPr>
              <a:t>SC</a:t>
            </a:r>
            <a:endParaRPr lang="en-IN" sz="16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31D6C8E-D593-428D-A7F5-A2F30FD2016E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101" y="3127544"/>
            <a:ext cx="1958162" cy="96202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15C5307-5797-45A7-822C-E5144ABA8C3F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2366" y="3131419"/>
            <a:ext cx="1958162" cy="96202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991B3F4-3F70-48C8-BADE-B1202EE58AE3}"/>
              </a:ext>
            </a:extLst>
          </p:cNvPr>
          <p:cNvSpPr txBox="1"/>
          <p:nvPr/>
        </p:nvSpPr>
        <p:spPr>
          <a:xfrm>
            <a:off x="2129525" y="3377723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00"/>
                </a:solidFill>
                <a:latin typeface="Arial Black" panose="020B0A04020102020204" pitchFamily="34" charset="0"/>
              </a:rPr>
              <a:t>15</a:t>
            </a:r>
            <a:endParaRPr lang="en-IN" sz="24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A178DE-8D23-4F2C-83B8-77B0F0C78FBF}"/>
              </a:ext>
            </a:extLst>
          </p:cNvPr>
          <p:cNvSpPr txBox="1"/>
          <p:nvPr/>
        </p:nvSpPr>
        <p:spPr>
          <a:xfrm>
            <a:off x="5885565" y="3377723"/>
            <a:ext cx="1328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00"/>
                </a:solidFill>
                <a:latin typeface="Arial Black" panose="020B0A04020102020204" pitchFamily="34" charset="0"/>
              </a:rPr>
              <a:t>BURJ</a:t>
            </a:r>
            <a:endParaRPr lang="en-IN" sz="24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6002A86-41EE-4FE3-B41C-E4C1819D24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65" y="4361721"/>
            <a:ext cx="1042640" cy="96202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DB1C9E9-5CAD-491C-AC75-665EEEF0638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358" y="4150595"/>
            <a:ext cx="1447804" cy="90298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B780940-0852-453D-8B0B-C338DDF0E2D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182" y="5056086"/>
            <a:ext cx="1062741" cy="79373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8D0D9B9-FC9D-4C16-AF9A-97BE5F5A460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0628" y="5524586"/>
            <a:ext cx="1062741" cy="819106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A0E5783-C6C2-4ADF-8B8F-E4AE6AA9775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0569" y="5029255"/>
            <a:ext cx="1166757" cy="81910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3816B71-7DE9-48AB-83BE-29DBA673E05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331" y="4078794"/>
            <a:ext cx="1477960" cy="902988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021A10AA-263B-437D-8A9F-5D70B6FD283E}"/>
              </a:ext>
            </a:extLst>
          </p:cNvPr>
          <p:cNvSpPr txBox="1"/>
          <p:nvPr/>
        </p:nvSpPr>
        <p:spPr>
          <a:xfrm>
            <a:off x="3632490" y="3347723"/>
            <a:ext cx="18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BURJ </a:t>
            </a:r>
            <a:endParaRPr lang="en-IN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158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5B7334D-9936-4703-AA71-589E6F23BE90}"/>
              </a:ext>
            </a:extLst>
          </p:cNvPr>
          <p:cNvSpPr/>
          <p:nvPr/>
        </p:nvSpPr>
        <p:spPr>
          <a:xfrm>
            <a:off x="1512000" y="369000"/>
            <a:ext cx="6120000" cy="612000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0211DB-6DB6-4990-B934-40F510842C3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4612" y="489527"/>
            <a:ext cx="1494775" cy="18569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87B5499-93E1-4DF0-8371-E5B94D64F3E4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93" y="1626517"/>
            <a:ext cx="720000" cy="144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DD0531C-220D-49AE-B36F-2A7EAE012064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095" y="1626517"/>
            <a:ext cx="720000" cy="144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1304C2D-5B34-45D0-BE97-75B835529E7C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02"/>
          <a:stretch/>
        </p:blipFill>
        <p:spPr>
          <a:xfrm>
            <a:off x="5319386" y="938327"/>
            <a:ext cx="720000" cy="144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2A17907-5340-4619-A68B-3630E6D5AB81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023" y="938327"/>
            <a:ext cx="720000" cy="1440000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DE5B92CE-A427-48AC-AE93-53DAAFBC6DC8}"/>
              </a:ext>
            </a:extLst>
          </p:cNvPr>
          <p:cNvSpPr/>
          <p:nvPr/>
        </p:nvSpPr>
        <p:spPr>
          <a:xfrm>
            <a:off x="3621264" y="2497884"/>
            <a:ext cx="1800000" cy="1800000"/>
          </a:xfrm>
          <a:prstGeom prst="ellipse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216884-C82B-4207-87A0-0322FC59FA1E}"/>
              </a:ext>
            </a:extLst>
          </p:cNvPr>
          <p:cNvSpPr txBox="1"/>
          <p:nvPr/>
        </p:nvSpPr>
        <p:spPr>
          <a:xfrm>
            <a:off x="3975722" y="2544891"/>
            <a:ext cx="1113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i-IN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५६ वा</a:t>
            </a:r>
            <a:endParaRPr lang="en-IN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B65872-767B-493B-A6CA-CBDA5F911444}"/>
              </a:ext>
            </a:extLst>
          </p:cNvPr>
          <p:cNvSpPr txBox="1"/>
          <p:nvPr/>
        </p:nvSpPr>
        <p:spPr>
          <a:xfrm>
            <a:off x="3632490" y="2955117"/>
            <a:ext cx="18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i-IN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कोकण</a:t>
            </a:r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endParaRPr lang="en-IN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1045D9-720A-4C7F-9776-0E33E0EAC898}"/>
              </a:ext>
            </a:extLst>
          </p:cNvPr>
          <p:cNvSpPr txBox="1"/>
          <p:nvPr/>
        </p:nvSpPr>
        <p:spPr>
          <a:xfrm>
            <a:off x="3632490" y="3764758"/>
            <a:ext cx="18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i-IN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दिवस</a:t>
            </a:r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endParaRPr lang="en-IN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1D0797-B226-4019-9A6F-BA52B2D215BE}"/>
              </a:ext>
            </a:extLst>
          </p:cNvPr>
          <p:cNvSpPr txBox="1"/>
          <p:nvPr/>
        </p:nvSpPr>
        <p:spPr>
          <a:xfrm>
            <a:off x="2929230" y="693367"/>
            <a:ext cx="10955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MVC</a:t>
            </a:r>
            <a:endParaRPr lang="en-IN" sz="16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C76072-BF74-4E2A-A5DC-302EE7090083}"/>
              </a:ext>
            </a:extLst>
          </p:cNvPr>
          <p:cNvSpPr txBox="1"/>
          <p:nvPr/>
        </p:nvSpPr>
        <p:spPr>
          <a:xfrm>
            <a:off x="5421264" y="679293"/>
            <a:ext cx="5177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Arial Black" panose="020B0A04020102020204" pitchFamily="34" charset="0"/>
              </a:rPr>
              <a:t>AC</a:t>
            </a:r>
            <a:endParaRPr lang="en-IN" sz="16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4DF196-0B93-43A8-8BBC-1D69355C303C}"/>
              </a:ext>
            </a:extLst>
          </p:cNvPr>
          <p:cNvSpPr txBox="1"/>
          <p:nvPr/>
        </p:nvSpPr>
        <p:spPr>
          <a:xfrm>
            <a:off x="2119708" y="1366570"/>
            <a:ext cx="10955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solidFill>
                  <a:srgbClr val="FF0000"/>
                </a:solidFill>
                <a:latin typeface="Arial Black" panose="020B0A04020102020204" pitchFamily="34" charset="0"/>
              </a:rPr>
              <a:t>VrC</a:t>
            </a:r>
            <a:endParaRPr lang="en-IN" sz="16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8C0516-1637-4B2E-8EB3-815FF24FC48F}"/>
              </a:ext>
            </a:extLst>
          </p:cNvPr>
          <p:cNvSpPr txBox="1"/>
          <p:nvPr/>
        </p:nvSpPr>
        <p:spPr>
          <a:xfrm>
            <a:off x="5927900" y="1328140"/>
            <a:ext cx="10955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Arial Black" panose="020B0A04020102020204" pitchFamily="34" charset="0"/>
              </a:rPr>
              <a:t>SC</a:t>
            </a:r>
            <a:endParaRPr lang="en-IN" sz="16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31D6C8E-D593-428D-A7F5-A2F30FD2016E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101" y="3127544"/>
            <a:ext cx="1958162" cy="96202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15C5307-5797-45A7-822C-E5144ABA8C3F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2366" y="3131419"/>
            <a:ext cx="1958162" cy="96202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991B3F4-3F70-48C8-BADE-B1202EE58AE3}"/>
              </a:ext>
            </a:extLst>
          </p:cNvPr>
          <p:cNvSpPr txBox="1"/>
          <p:nvPr/>
        </p:nvSpPr>
        <p:spPr>
          <a:xfrm>
            <a:off x="2129525" y="3377723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00"/>
                </a:solidFill>
                <a:latin typeface="Arial Black" panose="020B0A04020102020204" pitchFamily="34" charset="0"/>
              </a:rPr>
              <a:t>15</a:t>
            </a:r>
            <a:endParaRPr lang="en-IN" sz="24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A178DE-8D23-4F2C-83B8-77B0F0C78FBF}"/>
              </a:ext>
            </a:extLst>
          </p:cNvPr>
          <p:cNvSpPr txBox="1"/>
          <p:nvPr/>
        </p:nvSpPr>
        <p:spPr>
          <a:xfrm>
            <a:off x="5885565" y="3377723"/>
            <a:ext cx="1328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00"/>
                </a:solidFill>
                <a:latin typeface="Arial Black" panose="020B0A04020102020204" pitchFamily="34" charset="0"/>
              </a:rPr>
              <a:t>BURJ</a:t>
            </a:r>
            <a:endParaRPr lang="en-IN" sz="24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6002A86-41EE-4FE3-B41C-E4C1819D24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65" y="4361721"/>
            <a:ext cx="1042640" cy="96202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DB1C9E9-5CAD-491C-AC75-665EEEF0638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358" y="4150595"/>
            <a:ext cx="1447804" cy="90298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B780940-0852-453D-8B0B-C338DDF0E2D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182" y="5056086"/>
            <a:ext cx="1062741" cy="79373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8D0D9B9-FC9D-4C16-AF9A-97BE5F5A460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0628" y="5524586"/>
            <a:ext cx="1062741" cy="819106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A0E5783-C6C2-4ADF-8B8F-E4AE6AA9775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0569" y="5029255"/>
            <a:ext cx="1166757" cy="81910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3816B71-7DE9-48AB-83BE-29DBA673E05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331" y="4078794"/>
            <a:ext cx="1477960" cy="902988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021A10AA-263B-437D-8A9F-5D70B6FD283E}"/>
              </a:ext>
            </a:extLst>
          </p:cNvPr>
          <p:cNvSpPr txBox="1"/>
          <p:nvPr/>
        </p:nvSpPr>
        <p:spPr>
          <a:xfrm>
            <a:off x="3632490" y="3356959"/>
            <a:ext cx="18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i-IN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बुर्ज</a:t>
            </a:r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endParaRPr lang="en-IN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987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</TotalTime>
  <Words>21</Words>
  <Application>Microsoft Office PowerPoint</Application>
  <PresentationFormat>On-screen Show (4:3)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Arial Black</vt:lpstr>
      <vt:lpstr>Calibri</vt:lpstr>
      <vt:lpstr>Calibri Light</vt:lpstr>
      <vt:lpstr>Mangal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5</cp:revision>
  <dcterms:created xsi:type="dcterms:W3CDTF">2024-07-24T04:31:11Z</dcterms:created>
  <dcterms:modified xsi:type="dcterms:W3CDTF">2024-07-24T04:56:31Z</dcterms:modified>
</cp:coreProperties>
</file>