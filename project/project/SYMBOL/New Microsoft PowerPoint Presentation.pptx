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494" y="7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D25D-EBAD-4541-B3D4-64D16A7ACFE1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E626-B426-45AD-A4E1-EB9C948AF4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842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D25D-EBAD-4541-B3D4-64D16A7ACFE1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E626-B426-45AD-A4E1-EB9C948AF4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54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D25D-EBAD-4541-B3D4-64D16A7ACFE1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E626-B426-45AD-A4E1-EB9C948AF4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64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D25D-EBAD-4541-B3D4-64D16A7ACFE1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E626-B426-45AD-A4E1-EB9C948AF4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391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D25D-EBAD-4541-B3D4-64D16A7ACFE1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E626-B426-45AD-A4E1-EB9C948AF4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40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D25D-EBAD-4541-B3D4-64D16A7ACFE1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E626-B426-45AD-A4E1-EB9C948AF4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986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D25D-EBAD-4541-B3D4-64D16A7ACFE1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E626-B426-45AD-A4E1-EB9C948AF4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001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D25D-EBAD-4541-B3D4-64D16A7ACFE1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E626-B426-45AD-A4E1-EB9C948AF4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96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D25D-EBAD-4541-B3D4-64D16A7ACFE1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E626-B426-45AD-A4E1-EB9C948AF4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026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D25D-EBAD-4541-B3D4-64D16A7ACFE1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E626-B426-45AD-A4E1-EB9C948AF4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58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D25D-EBAD-4541-B3D4-64D16A7ACFE1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7E626-B426-45AD-A4E1-EB9C948AF4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279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7D25D-EBAD-4541-B3D4-64D16A7ACFE1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7E626-B426-45AD-A4E1-EB9C948AF4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811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B79F5A6-7A3D-42F4-A69E-F20B415E6430}"/>
              </a:ext>
            </a:extLst>
          </p:cNvPr>
          <p:cNvGrpSpPr/>
          <p:nvPr/>
        </p:nvGrpSpPr>
        <p:grpSpPr>
          <a:xfrm>
            <a:off x="2970798" y="157018"/>
            <a:ext cx="3945667" cy="6818382"/>
            <a:chOff x="2970798" y="157018"/>
            <a:chExt cx="3945667" cy="681838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2B44E51-26C1-4DD6-A2D4-205EB94D8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0798" y="157018"/>
              <a:ext cx="3945667" cy="500610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028BF8C-35C9-46EC-A077-15DC2C6B799A}"/>
                </a:ext>
              </a:extLst>
            </p:cNvPr>
            <p:cNvSpPr txBox="1"/>
            <p:nvPr/>
          </p:nvSpPr>
          <p:spPr>
            <a:xfrm>
              <a:off x="3269680" y="5063845"/>
              <a:ext cx="334355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BURJ</a:t>
              </a:r>
              <a:endParaRPr lang="en-IN" sz="66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7E861C-5A60-4875-8C44-01B896825687}"/>
                </a:ext>
              </a:extLst>
            </p:cNvPr>
            <p:cNvSpPr txBox="1"/>
            <p:nvPr/>
          </p:nvSpPr>
          <p:spPr>
            <a:xfrm>
              <a:off x="3282222" y="5867404"/>
              <a:ext cx="334355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rgbClr val="0066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15</a:t>
              </a:r>
              <a:endParaRPr lang="en-IN" sz="66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6817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</TotalTime>
  <Words>2</Words>
  <Application>Microsoft Office PowerPoint</Application>
  <PresentationFormat>A4 Paper (210x297 mm)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2024-12-03T07:17:58Z</dcterms:created>
  <dcterms:modified xsi:type="dcterms:W3CDTF">2024-12-03T08:47:27Z</dcterms:modified>
</cp:coreProperties>
</file>