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0" y="990"/>
      </p:cViewPr>
      <p:guideLst>
        <p:guide orient="horz" pos="7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74121"/>
            <a:ext cx="137160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1200679"/>
            <a:ext cx="137160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65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1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569913"/>
            <a:ext cx="1577340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1529821"/>
            <a:ext cx="1577340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53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608542"/>
            <a:ext cx="7772400" cy="14504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608542"/>
            <a:ext cx="7772400" cy="14504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62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709"/>
            <a:ext cx="1577340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560388"/>
            <a:ext cx="7736681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835025"/>
            <a:ext cx="7736681" cy="1228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560388"/>
            <a:ext cx="7774782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835025"/>
            <a:ext cx="7774782" cy="1228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94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05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6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152400"/>
            <a:ext cx="5898356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329142"/>
            <a:ext cx="925830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685800"/>
            <a:ext cx="5898356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47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152400"/>
            <a:ext cx="5898356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329142"/>
            <a:ext cx="925830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685800"/>
            <a:ext cx="5898356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70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76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121709"/>
            <a:ext cx="394335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121709"/>
            <a:ext cx="11601450" cy="19372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90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121709"/>
            <a:ext cx="1577340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608542"/>
            <a:ext cx="1577340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2118784"/>
            <a:ext cx="41148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13D42-F1FA-4BA1-91A2-36A7F409F86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2118784"/>
            <a:ext cx="61722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2118784"/>
            <a:ext cx="411480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96754-3BB9-44AF-B53E-1E9CAD8E9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9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4A0AF2-5AC4-4A3E-8099-BCA4841E3B52}"/>
              </a:ext>
            </a:extLst>
          </p:cNvPr>
          <p:cNvSpPr/>
          <p:nvPr/>
        </p:nvSpPr>
        <p:spPr>
          <a:xfrm>
            <a:off x="0" y="-1"/>
            <a:ext cx="182880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9E930-182A-4551-9299-69850C6668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182" y="165958"/>
            <a:ext cx="2700000" cy="198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353282-BDEF-429F-855A-71BA24ACDB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9218" y="165958"/>
            <a:ext cx="2700000" cy="19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95827-FC47-4250-B62A-B01750AE609A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47"/>
          <a:stretch/>
        </p:blipFill>
        <p:spPr>
          <a:xfrm>
            <a:off x="112923" y="165958"/>
            <a:ext cx="2700000" cy="19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2E0DA-926A-4736-ACDA-3B21DD7B5B5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700" y="165958"/>
            <a:ext cx="2700000" cy="19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0F760F-1E4E-4618-B7A5-A6E9029FE4E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1959" y="165958"/>
            <a:ext cx="2700000" cy="19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D52130-5676-4ABF-A484-A57D75FCF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6388" y="-3852326"/>
            <a:ext cx="1623224" cy="18369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C11070-080B-4B5E-8E35-BB9BD4D23E4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441" y="165958"/>
            <a:ext cx="2700000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2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PC1</dc:creator>
  <cp:lastModifiedBy>PC1</cp:lastModifiedBy>
  <cp:revision>3</cp:revision>
  <dcterms:created xsi:type="dcterms:W3CDTF">2022-05-19T08:19:02Z</dcterms:created>
  <dcterms:modified xsi:type="dcterms:W3CDTF">2022-05-19T08:43:59Z</dcterms:modified>
</cp:coreProperties>
</file>