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9900"/>
    <a:srgbClr val="FF00FF"/>
    <a:srgbClr val="FF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06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jpeg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6.jpeg"/><Relationship Id="rId7" Type="http://schemas.openxmlformats.org/officeDocument/2006/relationships/image" Target="../media/image13.jpeg"/><Relationship Id="rId12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image" Target="../media/image17.jpeg"/><Relationship Id="rId5" Type="http://schemas.openxmlformats.org/officeDocument/2006/relationships/image" Target="../media/image11.jpeg"/><Relationship Id="rId10" Type="http://schemas.openxmlformats.org/officeDocument/2006/relationships/image" Target="../media/image16.jpe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438151" y="1021830"/>
            <a:ext cx="5572124" cy="3797820"/>
            <a:chOff x="438151" y="1021830"/>
            <a:chExt cx="5572124" cy="3797820"/>
          </a:xfrm>
        </p:grpSpPr>
        <p:pic>
          <p:nvPicPr>
            <p:cNvPr id="1026" name="Picture 2" descr="C:\Users\Administrator\Desktop\Picture1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00743" y="1204685"/>
              <a:ext cx="5450114" cy="3526971"/>
            </a:xfrm>
            <a:prstGeom prst="rect">
              <a:avLst/>
            </a:prstGeom>
            <a:noFill/>
          </p:spPr>
        </p:pic>
        <p:sp>
          <p:nvSpPr>
            <p:cNvPr id="18" name="Rectangle 17"/>
            <p:cNvSpPr/>
            <p:nvPr/>
          </p:nvSpPr>
          <p:spPr>
            <a:xfrm>
              <a:off x="1447800" y="2943225"/>
              <a:ext cx="3657600" cy="838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895600" y="1676400"/>
              <a:ext cx="609600" cy="838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7" name="Picture 141" descr="UNIT CITATION 1997"/>
            <p:cNvPicPr>
              <a:picLocks noChangeAspect="1" noChangeArrowheads="1"/>
            </p:cNvPicPr>
            <p:nvPr/>
          </p:nvPicPr>
          <p:blipFill>
            <a:blip r:embed="rId3"/>
            <a:srcRect l="28327" t="29634" r="24460" b="30948"/>
            <a:stretch>
              <a:fillRect/>
            </a:stretch>
          </p:blipFill>
          <p:spPr bwMode="auto">
            <a:xfrm>
              <a:off x="1952137" y="1857375"/>
              <a:ext cx="2686538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Oval 20"/>
            <p:cNvSpPr/>
            <p:nvPr/>
          </p:nvSpPr>
          <p:spPr>
            <a:xfrm>
              <a:off x="438151" y="1171575"/>
              <a:ext cx="5572124" cy="3314700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10760" y="1570220"/>
              <a:ext cx="4835298" cy="23622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/>
              </a:prstTxWarp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r>
                <a:rPr lang="en-US" sz="2000" dirty="0" smtClean="0">
                  <a:ln w="11430">
                    <a:solidFill>
                      <a:srgbClr val="C00000"/>
                    </a:solidFill>
                  </a:ln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CHIEF OF THE ARMY STAFF</a:t>
              </a:r>
              <a:endParaRPr lang="en-US" sz="2000" dirty="0">
                <a:ln w="11430">
                  <a:solidFill>
                    <a:srgbClr val="C00000"/>
                  </a:solidFill>
                </a:ln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839787" y="1905000"/>
              <a:ext cx="4724400" cy="2286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/>
              </a:prstTxWarp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r>
                <a:rPr lang="en-US" sz="2400" dirty="0" smtClean="0">
                  <a:ln w="11430">
                    <a:solidFill>
                      <a:srgbClr val="C00000"/>
                    </a:solidFill>
                  </a:ln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UNIT CITATION 2014</a:t>
              </a:r>
              <a:endParaRPr lang="en-US" sz="2400" dirty="0">
                <a:ln w="11430">
                  <a:solidFill>
                    <a:srgbClr val="C00000"/>
                  </a:solidFill>
                </a:ln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39787" y="2533650"/>
              <a:ext cx="4724400" cy="228600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/>
              </a:prstTxWarp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r>
                <a:rPr lang="en-US" sz="3200" dirty="0" smtClean="0">
                  <a:ln w="11430">
                    <a:solidFill>
                      <a:srgbClr val="FF0000"/>
                    </a:solidFill>
                  </a:ln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KANZALWAN - 2014</a:t>
              </a:r>
              <a:endParaRPr lang="en-US" sz="3200" dirty="0">
                <a:ln w="11430">
                  <a:solidFill>
                    <a:srgbClr val="FF0000"/>
                  </a:solidFill>
                </a:ln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38200" y="1021830"/>
              <a:ext cx="4724400" cy="2362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prstTxWarp prst="textArchUp">
                <a:avLst/>
              </a:prstTxWarp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r>
                <a:rPr lang="en-US" sz="3200" dirty="0" smtClean="0">
                  <a:ln w="11430"/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GUREZ  (J &amp; K)</a:t>
              </a:r>
              <a:endParaRPr lang="en-US" sz="3200" dirty="0">
                <a:ln w="11430"/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Pictur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457200"/>
            <a:ext cx="7239000" cy="55245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355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WordArt 5"/>
          <p:cNvSpPr>
            <a:spLocks noChangeArrowheads="1" noChangeShapeType="1" noTextEdit="1"/>
          </p:cNvSpPr>
          <p:nvPr/>
        </p:nvSpPr>
        <p:spPr bwMode="auto">
          <a:xfrm rot="120000">
            <a:off x="2358787" y="3120449"/>
            <a:ext cx="4225925" cy="4244975"/>
          </a:xfrm>
          <a:prstGeom prst="rect">
            <a:avLst/>
          </a:prstGeom>
        </p:spPr>
        <p:txBody>
          <a:bodyPr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 rtl="0"/>
            <a:r>
              <a:rPr lang="en-IN" sz="1800" b="1" spc="-90" dirty="0" smtClean="0">
                <a:ln w="9525">
                  <a:solidFill>
                    <a:srgbClr val="0033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Bookman Old Style"/>
              </a:rPr>
              <a:t>15TH BATTALION THE MARATHA LIGHT INFANTRY (BURJ)  </a:t>
            </a:r>
            <a:endParaRPr lang="en-IN" sz="1800" b="1" spc="-90" dirty="0">
              <a:ln w="9525">
                <a:solidFill>
                  <a:srgbClr val="003300"/>
                </a:solidFill>
                <a:round/>
                <a:headEnd/>
                <a:tailEnd/>
              </a:ln>
              <a:solidFill>
                <a:srgbClr val="000000"/>
              </a:solidFill>
              <a:effectLst/>
              <a:latin typeface="Bookman Old Style"/>
            </a:endParaRPr>
          </a:p>
        </p:txBody>
      </p:sp>
      <p:pic>
        <p:nvPicPr>
          <p:cNvPr id="2060" name="Picture 139" descr="2012-13 Best Bn Trofy"/>
          <p:cNvPicPr>
            <a:picLocks noChangeAspect="1" noChangeArrowheads="1"/>
          </p:cNvPicPr>
          <p:nvPr/>
        </p:nvPicPr>
        <p:blipFill>
          <a:blip r:embed="rId2"/>
          <a:srcRect r="8194"/>
          <a:stretch>
            <a:fillRect/>
          </a:stretch>
        </p:blipFill>
        <p:spPr bwMode="auto">
          <a:xfrm>
            <a:off x="6096000" y="304800"/>
            <a:ext cx="1336541" cy="900000"/>
          </a:xfrm>
          <a:prstGeom prst="rect">
            <a:avLst/>
          </a:prstGeom>
          <a:noFill/>
        </p:spPr>
      </p:pic>
      <p:pic>
        <p:nvPicPr>
          <p:cNvPr id="2055" name="Picture 140" descr="1971 Best Bn Trof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304800"/>
            <a:ext cx="1338460" cy="900000"/>
          </a:xfrm>
          <a:prstGeom prst="rect">
            <a:avLst/>
          </a:prstGeom>
          <a:noFill/>
        </p:spPr>
      </p:pic>
      <p:pic>
        <p:nvPicPr>
          <p:cNvPr id="2059" name="Picture 141" descr="UNIT CITATION 199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28800" y="1447800"/>
            <a:ext cx="1109617" cy="900000"/>
          </a:xfrm>
          <a:prstGeom prst="rect">
            <a:avLst/>
          </a:prstGeom>
          <a:noFill/>
        </p:spPr>
      </p:pic>
      <p:pic>
        <p:nvPicPr>
          <p:cNvPr id="2056" name="Picture 142" descr="MONUC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16230" y="304800"/>
            <a:ext cx="911540" cy="900000"/>
          </a:xfrm>
          <a:prstGeom prst="rect">
            <a:avLst/>
          </a:prstGeom>
          <a:noFill/>
        </p:spPr>
      </p:pic>
      <p:pic>
        <p:nvPicPr>
          <p:cNvPr id="2058" name="Picture 143" descr="Gurez Citation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017192" y="1447800"/>
            <a:ext cx="1109616" cy="900000"/>
          </a:xfrm>
          <a:prstGeom prst="rect">
            <a:avLst/>
          </a:prstGeom>
          <a:noFill/>
        </p:spPr>
      </p:pic>
      <p:sp>
        <p:nvSpPr>
          <p:cNvPr id="2052" name="WordArt 4"/>
          <p:cNvSpPr>
            <a:spLocks noChangeArrowheads="1" noChangeShapeType="1" noTextEdit="1"/>
          </p:cNvSpPr>
          <p:nvPr/>
        </p:nvSpPr>
        <p:spPr bwMode="auto">
          <a:xfrm>
            <a:off x="2092325" y="2819400"/>
            <a:ext cx="4918075" cy="4625975"/>
          </a:xfrm>
          <a:prstGeom prst="rect">
            <a:avLst/>
          </a:prstGeom>
        </p:spPr>
        <p:txBody>
          <a:bodyPr wrap="none" fromWordArt="1">
            <a:prstTxWarp prst="textArchUp">
              <a:avLst>
                <a:gd name="adj" fmla="val 10743260"/>
              </a:avLst>
            </a:prstTxWarp>
          </a:bodyPr>
          <a:lstStyle/>
          <a:p>
            <a:pPr algn="ctr" rtl="0"/>
            <a:r>
              <a:rPr lang="hi-IN" sz="3600" kern="10" spc="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Arial Black"/>
              </a:rPr>
              <a:t>15 वीं बटालियन दि मराठा लाईट इन्फैन्ट्री (बुर्ज)</a:t>
            </a:r>
            <a:endParaRPr lang="en-IN" sz="3600" kern="10" spc="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effectLst/>
              <a:latin typeface="Arial Black"/>
            </a:endParaRPr>
          </a:p>
        </p:txBody>
      </p:sp>
      <p:pic>
        <p:nvPicPr>
          <p:cNvPr id="2051" name="Picture 5" descr="DUTY HONOUR COURAGE - Copy"/>
          <p:cNvPicPr>
            <a:picLocks noChangeAspect="1" noChangeArrowheads="1"/>
          </p:cNvPicPr>
          <p:nvPr/>
        </p:nvPicPr>
        <p:blipFill>
          <a:blip r:embed="rId7"/>
          <a:srcRect l="5064" r="6013" b="7533"/>
          <a:stretch>
            <a:fillRect/>
          </a:stretch>
        </p:blipFill>
        <p:spPr bwMode="auto">
          <a:xfrm>
            <a:off x="4038600" y="4064000"/>
            <a:ext cx="1033463" cy="1346200"/>
          </a:xfrm>
          <a:prstGeom prst="rect">
            <a:avLst/>
          </a:prstGeom>
          <a:noFill/>
        </p:spPr>
      </p:pic>
      <p:pic>
        <p:nvPicPr>
          <p:cNvPr id="2057" name="Picture 4" descr="Picture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129383" y="1447800"/>
            <a:ext cx="1109617" cy="900000"/>
          </a:xfrm>
          <a:prstGeom prst="rect">
            <a:avLst/>
          </a:prstGeom>
          <a:noFill/>
        </p:spPr>
      </p:pic>
      <p:sp>
        <p:nvSpPr>
          <p:cNvPr id="2061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0" y="914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44575" algn="l"/>
              </a:tabLst>
            </a:pP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44575" algn="l"/>
              </a:tabLst>
            </a:pP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                 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44575" algn="l"/>
              </a:tabLst>
            </a:pPr>
            <a:r>
              <a:rPr kumimoji="0" lang="en-US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8000" y="5678269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Alfredo Heavy" pitchFamily="2" charset="0"/>
              </a:rPr>
              <a:t>BURJ</a:t>
            </a:r>
          </a:p>
          <a:p>
            <a:pPr algn="ctr"/>
            <a:r>
              <a:rPr lang="en-US" dirty="0" smtClean="0">
                <a:latin typeface="Alfredo Heavy" pitchFamily="2" charset="0"/>
              </a:rPr>
              <a:t>SARLA 2019-20</a:t>
            </a:r>
            <a:endParaRPr lang="en-IN" dirty="0">
              <a:latin typeface="Alfredo Heavy" pitchFamily="2" charset="0"/>
            </a:endParaRPr>
          </a:p>
        </p:txBody>
      </p:sp>
      <p:grpSp>
        <p:nvGrpSpPr>
          <p:cNvPr id="22" name="Group 2"/>
          <p:cNvGrpSpPr>
            <a:grpSpLocks/>
          </p:cNvGrpSpPr>
          <p:nvPr/>
        </p:nvGrpSpPr>
        <p:grpSpPr bwMode="auto">
          <a:xfrm>
            <a:off x="1295400" y="0"/>
            <a:ext cx="6553200" cy="6858000"/>
            <a:chOff x="498" y="529"/>
            <a:chExt cx="11232" cy="18654"/>
          </a:xfrm>
        </p:grpSpPr>
        <p:sp>
          <p:nvSpPr>
            <p:cNvPr id="23" name="Text Box 3"/>
            <p:cNvSpPr txBox="1">
              <a:spLocks noChangeArrowheads="1"/>
            </p:cNvSpPr>
            <p:nvPr/>
          </p:nvSpPr>
          <p:spPr bwMode="auto">
            <a:xfrm>
              <a:off x="584" y="611"/>
              <a:ext cx="11061" cy="18506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Text Box 4"/>
            <p:cNvSpPr txBox="1">
              <a:spLocks noChangeArrowheads="1"/>
            </p:cNvSpPr>
            <p:nvPr/>
          </p:nvSpPr>
          <p:spPr bwMode="auto">
            <a:xfrm>
              <a:off x="498" y="529"/>
              <a:ext cx="11232" cy="18654"/>
            </a:xfrm>
            <a:prstGeom prst="rect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 Box 5"/>
            <p:cNvSpPr txBox="1">
              <a:spLocks noChangeArrowheads="1"/>
            </p:cNvSpPr>
            <p:nvPr/>
          </p:nvSpPr>
          <p:spPr bwMode="auto">
            <a:xfrm>
              <a:off x="659" y="692"/>
              <a:ext cx="10905" cy="18332"/>
            </a:xfrm>
            <a:prstGeom prst="rect">
              <a:avLst/>
            </a:prstGeom>
            <a:noFill/>
            <a:ln w="57150">
              <a:solidFill>
                <a:srgbClr val="80808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 rot="16200000">
            <a:off x="1143000" y="-1143001"/>
            <a:ext cx="6858000" cy="9144000"/>
            <a:chOff x="498" y="529"/>
            <a:chExt cx="11232" cy="18654"/>
          </a:xfrm>
        </p:grpSpPr>
        <p:sp>
          <p:nvSpPr>
            <p:cNvPr id="16387" name="Text Box 3"/>
            <p:cNvSpPr txBox="1">
              <a:spLocks noChangeArrowheads="1"/>
            </p:cNvSpPr>
            <p:nvPr/>
          </p:nvSpPr>
          <p:spPr bwMode="auto">
            <a:xfrm>
              <a:off x="584" y="611"/>
              <a:ext cx="11061" cy="18506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88" name="Text Box 4"/>
            <p:cNvSpPr txBox="1">
              <a:spLocks noChangeArrowheads="1"/>
            </p:cNvSpPr>
            <p:nvPr/>
          </p:nvSpPr>
          <p:spPr bwMode="auto">
            <a:xfrm>
              <a:off x="498" y="529"/>
              <a:ext cx="11232" cy="18654"/>
            </a:xfrm>
            <a:prstGeom prst="rect">
              <a:avLst/>
            </a:prstGeom>
            <a:noFill/>
            <a:ln w="571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89" name="Text Box 5"/>
            <p:cNvSpPr txBox="1">
              <a:spLocks noChangeArrowheads="1"/>
            </p:cNvSpPr>
            <p:nvPr/>
          </p:nvSpPr>
          <p:spPr bwMode="auto">
            <a:xfrm>
              <a:off x="659" y="692"/>
              <a:ext cx="10905" cy="18332"/>
            </a:xfrm>
            <a:prstGeom prst="rect">
              <a:avLst/>
            </a:prstGeom>
            <a:noFill/>
            <a:ln w="57150">
              <a:solidFill>
                <a:srgbClr val="80808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1934028" y="5638800"/>
            <a:ext cx="5245100" cy="855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sng" strike="noStrike" cap="none" normalizeH="0" baseline="0" dirty="0" smtClean="0">
                <a:ln>
                  <a:noFill/>
                </a:ln>
                <a:solidFill>
                  <a:srgbClr val="003300"/>
                </a:solidFill>
                <a:effectLst/>
                <a:latin typeface="Bookman Old Style" pitchFamily="18" charset="0"/>
                <a:ea typeface="Times New Roman" pitchFamily="18" charset="0"/>
                <a:cs typeface="Arial" pitchFamily="34" charset="0"/>
              </a:rPr>
              <a:t>BURJ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u="sng" dirty="0" smtClean="0">
                <a:solidFill>
                  <a:srgbClr val="003300"/>
                </a:solidFill>
                <a:latin typeface="Bookman Old Style" pitchFamily="18" charset="0"/>
                <a:cs typeface="Arial" pitchFamily="34" charset="0"/>
              </a:rPr>
              <a:t>SARLA 2019-20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416" name="WordArt 32"/>
          <p:cNvSpPr>
            <a:spLocks noChangeArrowheads="1" noChangeShapeType="1" noTextEdit="1"/>
          </p:cNvSpPr>
          <p:nvPr/>
        </p:nvSpPr>
        <p:spPr bwMode="auto">
          <a:xfrm>
            <a:off x="520700" y="663575"/>
            <a:ext cx="8089900" cy="5965825"/>
          </a:xfrm>
          <a:prstGeom prst="rect">
            <a:avLst/>
          </a:prstGeom>
        </p:spPr>
        <p:txBody>
          <a:bodyPr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 rtl="0"/>
            <a:r>
              <a:rPr lang="en-IN" sz="1800" b="1" spc="-90" dirty="0" smtClean="0">
                <a:ln w="9525">
                  <a:solidFill>
                    <a:srgbClr val="003300"/>
                  </a:solidFill>
                  <a:round/>
                  <a:headEnd/>
                  <a:tailEnd/>
                </a:ln>
                <a:solidFill>
                  <a:srgbClr val="003300"/>
                </a:solidFill>
                <a:effectLst/>
                <a:latin typeface="Bookman Old Style"/>
              </a:rPr>
              <a:t>15TH BATTALION THE MARATHA LIGHT INFANTRY (BURJ)  </a:t>
            </a:r>
            <a:endParaRPr lang="en-IN" sz="1800" b="1" spc="-90" dirty="0">
              <a:ln w="9525">
                <a:solidFill>
                  <a:srgbClr val="003300"/>
                </a:solidFill>
                <a:round/>
                <a:headEnd/>
                <a:tailEnd/>
              </a:ln>
              <a:solidFill>
                <a:srgbClr val="003300"/>
              </a:solidFill>
              <a:effectLst/>
              <a:latin typeface="Bookman Old Style"/>
            </a:endParaRPr>
          </a:p>
        </p:txBody>
      </p:sp>
      <p:pic>
        <p:nvPicPr>
          <p:cNvPr id="16421" name="Picture 37" descr="UNIT CITATION 199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4520407"/>
            <a:ext cx="1191667" cy="900000"/>
          </a:xfrm>
          <a:prstGeom prst="rect">
            <a:avLst/>
          </a:prstGeom>
          <a:noFill/>
        </p:spPr>
      </p:pic>
      <p:pic>
        <p:nvPicPr>
          <p:cNvPr id="16400" name="Picture 16" descr="MONU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4520407"/>
            <a:ext cx="1028842" cy="900000"/>
          </a:xfrm>
          <a:prstGeom prst="rect">
            <a:avLst/>
          </a:prstGeom>
          <a:noFill/>
        </p:spPr>
      </p:pic>
      <p:pic>
        <p:nvPicPr>
          <p:cNvPr id="16420" name="Picture 36" descr="Gurez Citatio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6578" y="4520407"/>
            <a:ext cx="1217022" cy="900000"/>
          </a:xfrm>
          <a:prstGeom prst="rect">
            <a:avLst/>
          </a:prstGeom>
          <a:noFill/>
        </p:spPr>
      </p:pic>
      <p:pic>
        <p:nvPicPr>
          <p:cNvPr id="16401" name="Picture 2" descr="15 corps final nov 1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90039" y="4520407"/>
            <a:ext cx="1096761" cy="900000"/>
          </a:xfrm>
          <a:prstGeom prst="rect">
            <a:avLst/>
          </a:prstGeom>
          <a:noFill/>
        </p:spPr>
      </p:pic>
      <p:pic>
        <p:nvPicPr>
          <p:cNvPr id="16419" name="Picture 1" descr="11 corps final nov 1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1000" y="4520407"/>
            <a:ext cx="1375403" cy="900000"/>
          </a:xfrm>
          <a:prstGeom prst="rect">
            <a:avLst/>
          </a:prstGeom>
          <a:noFill/>
        </p:spPr>
      </p:pic>
      <p:pic>
        <p:nvPicPr>
          <p:cNvPr id="16414" name="Picture 30" descr="DUTY HONOUR COURAGE WITH 15"/>
          <p:cNvPicPr>
            <a:picLocks noChangeAspect="1" noChangeArrowheads="1"/>
          </p:cNvPicPr>
          <p:nvPr/>
        </p:nvPicPr>
        <p:blipFill>
          <a:blip r:embed="rId7"/>
          <a:srcRect b="15759"/>
          <a:stretch>
            <a:fillRect/>
          </a:stretch>
        </p:blipFill>
        <p:spPr bwMode="auto">
          <a:xfrm>
            <a:off x="3915228" y="1266534"/>
            <a:ext cx="1285875" cy="1575092"/>
          </a:xfrm>
          <a:prstGeom prst="rect">
            <a:avLst/>
          </a:prstGeom>
          <a:noFill/>
        </p:spPr>
      </p:pic>
      <p:grpSp>
        <p:nvGrpSpPr>
          <p:cNvPr id="16411" name="Group 27"/>
          <p:cNvGrpSpPr>
            <a:grpSpLocks/>
          </p:cNvGrpSpPr>
          <p:nvPr/>
        </p:nvGrpSpPr>
        <p:grpSpPr bwMode="auto">
          <a:xfrm>
            <a:off x="4678362" y="3048794"/>
            <a:ext cx="912813" cy="1116000"/>
            <a:chOff x="6281" y="4952"/>
            <a:chExt cx="1438" cy="1698"/>
          </a:xfrm>
        </p:grpSpPr>
        <p:pic>
          <p:nvPicPr>
            <p:cNvPr id="16413" name="Picture 29" descr="VIR CHAKRA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514" y="5221"/>
              <a:ext cx="992" cy="1429"/>
            </a:xfrm>
            <a:prstGeom prst="rect">
              <a:avLst/>
            </a:prstGeom>
            <a:noFill/>
          </p:spPr>
        </p:pic>
        <p:sp>
          <p:nvSpPr>
            <p:cNvPr id="16412" name="Text Box 28"/>
            <p:cNvSpPr txBox="1">
              <a:spLocks noChangeArrowheads="1"/>
            </p:cNvSpPr>
            <p:nvPr/>
          </p:nvSpPr>
          <p:spPr bwMode="auto">
            <a:xfrm>
              <a:off x="6281" y="4952"/>
              <a:ext cx="1438" cy="3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VrC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6408" name="Group 24"/>
          <p:cNvGrpSpPr>
            <a:grpSpLocks/>
          </p:cNvGrpSpPr>
          <p:nvPr/>
        </p:nvGrpSpPr>
        <p:grpSpPr bwMode="auto">
          <a:xfrm>
            <a:off x="3584575" y="3048794"/>
            <a:ext cx="912812" cy="1116000"/>
            <a:chOff x="4560" y="4948"/>
            <a:chExt cx="1437" cy="1737"/>
          </a:xfrm>
        </p:grpSpPr>
        <p:pic>
          <p:nvPicPr>
            <p:cNvPr id="16410" name="Picture 26"/>
            <p:cNvPicPr>
              <a:picLocks noChangeAspect="1" noChangeArrowheads="1"/>
            </p:cNvPicPr>
            <p:nvPr/>
          </p:nvPicPr>
          <p:blipFill>
            <a:blip r:embed="rId9">
              <a:lum contrast="20000"/>
            </a:blip>
            <a:srcRect/>
            <a:stretch>
              <a:fillRect/>
            </a:stretch>
          </p:blipFill>
          <p:spPr bwMode="auto">
            <a:xfrm>
              <a:off x="4776" y="5230"/>
              <a:ext cx="1023" cy="1455"/>
            </a:xfrm>
            <a:prstGeom prst="rect">
              <a:avLst/>
            </a:prstGeom>
            <a:noFill/>
          </p:spPr>
        </p:pic>
        <p:sp>
          <p:nvSpPr>
            <p:cNvPr id="16409" name="Text Box 25"/>
            <p:cNvSpPr txBox="1">
              <a:spLocks noChangeArrowheads="1"/>
            </p:cNvSpPr>
            <p:nvPr/>
          </p:nvSpPr>
          <p:spPr bwMode="auto">
            <a:xfrm>
              <a:off x="4560" y="4948"/>
              <a:ext cx="1437" cy="3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MVC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6405" name="Group 21"/>
          <p:cNvGrpSpPr>
            <a:grpSpLocks/>
          </p:cNvGrpSpPr>
          <p:nvPr/>
        </p:nvGrpSpPr>
        <p:grpSpPr bwMode="auto">
          <a:xfrm>
            <a:off x="2497137" y="3048794"/>
            <a:ext cx="912813" cy="1116000"/>
            <a:chOff x="2847" y="4948"/>
            <a:chExt cx="1437" cy="1703"/>
          </a:xfrm>
        </p:grpSpPr>
        <p:pic>
          <p:nvPicPr>
            <p:cNvPr id="16407" name="Picture 15" descr="123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116" y="5241"/>
              <a:ext cx="892" cy="1410"/>
            </a:xfrm>
            <a:prstGeom prst="rect">
              <a:avLst/>
            </a:prstGeom>
            <a:noFill/>
          </p:spPr>
        </p:pic>
        <p:sp>
          <p:nvSpPr>
            <p:cNvPr id="16406" name="Text Box 22"/>
            <p:cNvSpPr txBox="1">
              <a:spLocks noChangeArrowheads="1"/>
            </p:cNvSpPr>
            <p:nvPr/>
          </p:nvSpPr>
          <p:spPr bwMode="auto">
            <a:xfrm>
              <a:off x="2847" y="4948"/>
              <a:ext cx="1437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AC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6402" name="Group 18"/>
          <p:cNvGrpSpPr>
            <a:grpSpLocks/>
          </p:cNvGrpSpPr>
          <p:nvPr/>
        </p:nvGrpSpPr>
        <p:grpSpPr bwMode="auto">
          <a:xfrm>
            <a:off x="5792787" y="3048794"/>
            <a:ext cx="912813" cy="1116000"/>
            <a:chOff x="8036" y="4951"/>
            <a:chExt cx="1438" cy="1724"/>
          </a:xfrm>
        </p:grpSpPr>
        <p:pic>
          <p:nvPicPr>
            <p:cNvPr id="16404" name="Picture 20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8288" y="5253"/>
              <a:ext cx="954" cy="1422"/>
            </a:xfrm>
            <a:prstGeom prst="rect">
              <a:avLst/>
            </a:prstGeom>
            <a:noFill/>
          </p:spPr>
        </p:pic>
        <p:sp>
          <p:nvSpPr>
            <p:cNvPr id="16403" name="Text Box 19"/>
            <p:cNvSpPr txBox="1">
              <a:spLocks noChangeArrowheads="1"/>
            </p:cNvSpPr>
            <p:nvPr/>
          </p:nvSpPr>
          <p:spPr bwMode="auto">
            <a:xfrm>
              <a:off x="8036" y="4951"/>
              <a:ext cx="1438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SC</a:t>
              </a:r>
              <a:endPara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16417" name="Picture 4" descr="Picture1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135891" y="4520407"/>
            <a:ext cx="1179309" cy="900000"/>
          </a:xfrm>
          <a:prstGeom prst="rect">
            <a:avLst/>
          </a:prstGeom>
          <a:noFill/>
        </p:spPr>
      </p:pic>
      <p:sp>
        <p:nvSpPr>
          <p:cNvPr id="16423" name="Rectangle 3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433" name="Rectangle 49"/>
          <p:cNvSpPr>
            <a:spLocks noChangeArrowheads="1"/>
          </p:cNvSpPr>
          <p:nvPr/>
        </p:nvSpPr>
        <p:spPr bwMode="auto">
          <a:xfrm>
            <a:off x="0" y="914400"/>
            <a:ext cx="646331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55</Words>
  <Application>Microsoft Office PowerPoint</Application>
  <PresentationFormat>On-screen Show (4:3)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Alfredo Heavy</vt:lpstr>
      <vt:lpstr>Arial</vt:lpstr>
      <vt:lpstr>Arial Black</vt:lpstr>
      <vt:lpstr>Bookman Old Style</vt:lpstr>
      <vt:lpstr>Calibri</vt:lpstr>
      <vt:lpstr>Mangal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Ramtej</dc:creator>
  <cp:lastModifiedBy>MY</cp:lastModifiedBy>
  <cp:revision>13</cp:revision>
  <dcterms:created xsi:type="dcterms:W3CDTF">2006-08-16T00:00:00Z</dcterms:created>
  <dcterms:modified xsi:type="dcterms:W3CDTF">2021-04-22T05:24:25Z</dcterms:modified>
</cp:coreProperties>
</file>