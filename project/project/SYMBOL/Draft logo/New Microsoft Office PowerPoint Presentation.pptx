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00"/>
    <a:srgbClr val="FF00FF"/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534987" y="1066800"/>
            <a:ext cx="5334000" cy="3677268"/>
            <a:chOff x="534987" y="1066800"/>
            <a:chExt cx="5334000" cy="3677268"/>
          </a:xfrm>
        </p:grpSpPr>
        <p:grpSp>
          <p:nvGrpSpPr>
            <p:cNvPr id="11" name="Group 10"/>
            <p:cNvGrpSpPr/>
            <p:nvPr/>
          </p:nvGrpSpPr>
          <p:grpSpPr>
            <a:xfrm>
              <a:off x="534987" y="1066800"/>
              <a:ext cx="5334000" cy="3677268"/>
              <a:chOff x="534987" y="1066800"/>
              <a:chExt cx="5334000" cy="3677268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534987" y="1219200"/>
                <a:ext cx="5334000" cy="3200400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839787" y="1553980"/>
                <a:ext cx="4724400" cy="24846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ArchUp">
                  <a:avLst/>
                </a:prstTxWarp>
                <a:spAutoFit/>
                <a:scene3d>
                  <a:camera prst="orthographicFront"/>
                  <a:lightRig rig="glow" dir="tl">
                    <a:rot lat="0" lon="0" rev="5400000"/>
                  </a:lightRig>
                </a:scene3d>
                <a:sp3d contourW="12700">
                  <a:bevelT w="25400" h="25400"/>
                  <a:contourClr>
                    <a:schemeClr val="accent6">
                      <a:shade val="73000"/>
                    </a:schemeClr>
                  </a:contourClr>
                </a:sp3d>
              </a:bodyPr>
              <a:lstStyle/>
              <a:p>
                <a:pPr algn="ctr"/>
                <a:r>
                  <a:rPr lang="en-US" sz="2000" b="1" spc="300" dirty="0" smtClean="0">
                    <a:ln w="11430">
                      <a:solidFill>
                        <a:srgbClr val="C00000"/>
                      </a:solidFill>
                    </a:ln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CHIEF OF THE ARMY STAFF</a:t>
                </a:r>
                <a:endParaRPr lang="en-US" sz="2000" b="1" spc="300" dirty="0">
                  <a:ln w="11430"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839787" y="1905000"/>
                <a:ext cx="4724400" cy="228600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ArchDown">
                  <a:avLst/>
                </a:prstTxWarp>
                <a:spAutoFit/>
                <a:scene3d>
                  <a:camera prst="orthographicFront"/>
                  <a:lightRig rig="glow" dir="tl">
                    <a:rot lat="0" lon="0" rev="5400000"/>
                  </a:lightRig>
                </a:scene3d>
                <a:sp3d contourW="12700">
                  <a:bevelT w="25400" h="25400"/>
                  <a:contourClr>
                    <a:schemeClr val="accent6">
                      <a:shade val="73000"/>
                    </a:schemeClr>
                  </a:contourClr>
                </a:sp3d>
              </a:bodyPr>
              <a:lstStyle/>
              <a:p>
                <a:pPr algn="ctr"/>
                <a:r>
                  <a:rPr lang="en-US" sz="2400" b="1" spc="300" dirty="0" smtClean="0">
                    <a:ln w="11430">
                      <a:solidFill>
                        <a:srgbClr val="C00000"/>
                      </a:solidFill>
                    </a:ln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UNIT CITATION 1997</a:t>
                </a:r>
                <a:endParaRPr lang="en-US" sz="2400" b="1" spc="300" dirty="0">
                  <a:ln w="11430"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838200" y="1066800"/>
                <a:ext cx="4724400" cy="236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prstTxWarp prst="textArchUp">
                  <a:avLst/>
                </a:prstTxWarp>
                <a:spAutoFit/>
                <a:scene3d>
                  <a:camera prst="orthographicFront"/>
                  <a:lightRig rig="glow" dir="tl">
                    <a:rot lat="0" lon="0" rev="5400000"/>
                  </a:lightRig>
                </a:scene3d>
                <a:sp3d contourW="12700">
                  <a:bevelT w="25400" h="25400"/>
                  <a:contourClr>
                    <a:schemeClr val="accent6">
                      <a:shade val="73000"/>
                    </a:schemeClr>
                  </a:contourClr>
                </a:sp3d>
              </a:bodyPr>
              <a:lstStyle/>
              <a:p>
                <a:pPr algn="ctr"/>
                <a:r>
                  <a:rPr lang="en-US" sz="3200" b="1" spc="300" dirty="0" smtClean="0">
                    <a:ln w="11430"/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NAGALAND</a:t>
                </a:r>
                <a:endParaRPr lang="en-US" sz="3200" b="1" spc="300" dirty="0">
                  <a:ln w="11430"/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715296" y="2428572"/>
                <a:ext cx="4954587" cy="231549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ArchDown">
                  <a:avLst/>
                </a:prstTxWarp>
                <a:spAutoFit/>
                <a:scene3d>
                  <a:camera prst="orthographicFront"/>
                  <a:lightRig rig="glow" dir="tl">
                    <a:rot lat="0" lon="0" rev="5400000"/>
                  </a:lightRig>
                </a:scene3d>
                <a:sp3d contourW="12700">
                  <a:bevelT w="25400" h="25400"/>
                  <a:contourClr>
                    <a:schemeClr val="accent6">
                      <a:shade val="73000"/>
                    </a:schemeClr>
                  </a:contourClr>
                </a:sp3d>
              </a:bodyPr>
              <a:lstStyle/>
              <a:p>
                <a:pPr algn="ctr"/>
                <a:r>
                  <a:rPr lang="en-US" sz="3200" b="1" spc="300" dirty="0" smtClean="0">
                    <a:ln w="11430">
                      <a:solidFill>
                        <a:srgbClr val="FF0000"/>
                      </a:solidFill>
                    </a:ln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MOKOKCHUNG - 1997</a:t>
                </a:r>
                <a:endParaRPr lang="en-US" sz="3200" b="1" spc="300" dirty="0">
                  <a:ln w="11430">
                    <a:solidFill>
                      <a:srgbClr val="FF0000"/>
                    </a:solidFill>
                  </a:ln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09600" y="1295400"/>
                <a:ext cx="5181600" cy="3048000"/>
              </a:xfrm>
              <a:prstGeom prst="ellipse">
                <a:avLst/>
              </a:pr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9" name="Picture 141" descr="UNIT CITATION 1997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8327" t="29634" r="24460" b="30948"/>
            <a:stretch>
              <a:fillRect/>
            </a:stretch>
          </p:blipFill>
          <p:spPr bwMode="auto">
            <a:xfrm>
              <a:off x="1858718" y="1857375"/>
              <a:ext cx="2686538" cy="1819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DHANA WORK\IT CELL\SYMBOL\DO LOGOS\12 x 18 (2)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038" y="1584325"/>
            <a:ext cx="5241925" cy="368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35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DHANA WORK\IT CELL\SYMBOL\DO LOGOS\15 corps final nov 15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13266"/>
            <a:ext cx="7620000" cy="677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38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D:\DHANA WORK\IT CELL\SYMBOL\DO LOGOS\MONUC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1724025"/>
            <a:ext cx="369570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7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Pictur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884496"/>
            <a:ext cx="5943601" cy="4535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468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DHANA WORK\IT CELL\SYMBOL\DO LOGOS\11 corps final nov 15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"/>
            <a:ext cx="8686800" cy="694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92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0" descr="DUTY HONOUR COURAGE WITH 1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5759"/>
          <a:stretch>
            <a:fillRect/>
          </a:stretch>
        </p:blipFill>
        <p:spPr bwMode="auto">
          <a:xfrm>
            <a:off x="2071914" y="838200"/>
            <a:ext cx="5000172" cy="5653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309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12</Words>
  <Application>Microsoft Office PowerPoint</Application>
  <PresentationFormat>On-screen Show (4:3)</PresentationFormat>
  <Paragraphs>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Ramtej</dc:creator>
  <cp:lastModifiedBy>Valued Customer</cp:lastModifiedBy>
  <cp:revision>8</cp:revision>
  <dcterms:created xsi:type="dcterms:W3CDTF">2006-08-16T00:00:00Z</dcterms:created>
  <dcterms:modified xsi:type="dcterms:W3CDTF">2020-08-06T07:55:34Z</dcterms:modified>
</cp:coreProperties>
</file>