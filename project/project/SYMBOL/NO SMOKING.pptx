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1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4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0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69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8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0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6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32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21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21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E5D36-161B-41B2-951D-DCCABE807B6A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5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5F5E6C-475B-F2E2-F9E9-F31529BFBAFF}"/>
              </a:ext>
            </a:extLst>
          </p:cNvPr>
          <p:cNvSpPr/>
          <p:nvPr/>
        </p:nvSpPr>
        <p:spPr>
          <a:xfrm>
            <a:off x="101600" y="100013"/>
            <a:ext cx="6654800" cy="971073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57483-CC20-3F95-F69F-B78DC9B27F17}"/>
              </a:ext>
            </a:extLst>
          </p:cNvPr>
          <p:cNvSpPr/>
          <p:nvPr/>
        </p:nvSpPr>
        <p:spPr>
          <a:xfrm>
            <a:off x="457200" y="2794000"/>
            <a:ext cx="5960533" cy="4504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5DC3E-AA0B-C6E7-E8F2-0171022AC417}"/>
              </a:ext>
            </a:extLst>
          </p:cNvPr>
          <p:cNvSpPr txBox="1"/>
          <p:nvPr/>
        </p:nvSpPr>
        <p:spPr>
          <a:xfrm>
            <a:off x="591125" y="-44644"/>
            <a:ext cx="6062133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i-IN" sz="16600" b="1" dirty="0">
                <a:latin typeface="Britannic Bold" panose="020B0903060703020204" pitchFamily="34" charset="0"/>
              </a:rPr>
              <a:t>सूचना</a:t>
            </a:r>
            <a:endParaRPr lang="en-IN" sz="16600" b="1" dirty="0"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BB9346-EE67-420A-8C37-485CF3E9DEFA}"/>
              </a:ext>
            </a:extLst>
          </p:cNvPr>
          <p:cNvSpPr txBox="1"/>
          <p:nvPr/>
        </p:nvSpPr>
        <p:spPr>
          <a:xfrm>
            <a:off x="370116" y="7519275"/>
            <a:ext cx="6062133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hi-IN" sz="7200" b="1" dirty="0">
                <a:latin typeface="Britannic Bold" panose="020B0903060703020204" pitchFamily="34" charset="0"/>
              </a:rPr>
              <a:t>इस क्षेत्र में धूम्रपान न करें </a:t>
            </a:r>
            <a:endParaRPr lang="en-IN" sz="7200" b="1" dirty="0">
              <a:latin typeface="Britannic Bold" panose="020B0903060703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30B437-AAAB-47BB-92B7-95BBEF2BB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t="35897" r="7916" b="40678"/>
          <a:stretch/>
        </p:blipFill>
        <p:spPr>
          <a:xfrm flipH="1">
            <a:off x="273050" y="4274579"/>
            <a:ext cx="6330950" cy="1016393"/>
          </a:xfrm>
          <a:prstGeom prst="rect">
            <a:avLst/>
          </a:prstGeom>
        </p:spPr>
      </p:pic>
      <p:sp>
        <p:nvSpPr>
          <p:cNvPr id="15" name="&quot;Not Allowed&quot; Symbol 14">
            <a:extLst>
              <a:ext uri="{FF2B5EF4-FFF2-40B4-BE49-F238E27FC236}">
                <a16:creationId xmlns:a16="http://schemas.microsoft.com/office/drawing/2014/main" id="{7EAD0210-72B5-491F-9AFD-5060FFFE9C4F}"/>
              </a:ext>
            </a:extLst>
          </p:cNvPr>
          <p:cNvSpPr/>
          <p:nvPr/>
        </p:nvSpPr>
        <p:spPr>
          <a:xfrm>
            <a:off x="1623673" y="2919639"/>
            <a:ext cx="3848214" cy="4037693"/>
          </a:xfrm>
          <a:prstGeom prst="noSmoking">
            <a:avLst>
              <a:gd name="adj" fmla="val 1124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16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3FAA22-C4B7-4C90-9D58-7E2E40B39537}"/>
              </a:ext>
            </a:extLst>
          </p:cNvPr>
          <p:cNvSpPr txBox="1"/>
          <p:nvPr/>
        </p:nvSpPr>
        <p:spPr>
          <a:xfrm>
            <a:off x="436887" y="7160391"/>
            <a:ext cx="6062133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9900" b="1" dirty="0">
                <a:latin typeface="Britannic Bold" panose="020B0903060703020204" pitchFamily="34" charset="0"/>
              </a:rPr>
              <a:t>ZONE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F5E6C-475B-F2E2-F9E9-F31529BFBAFF}"/>
              </a:ext>
            </a:extLst>
          </p:cNvPr>
          <p:cNvSpPr/>
          <p:nvPr/>
        </p:nvSpPr>
        <p:spPr>
          <a:xfrm>
            <a:off x="101600" y="100013"/>
            <a:ext cx="6654800" cy="971073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57483-CC20-3F95-F69F-B78DC9B27F17}"/>
              </a:ext>
            </a:extLst>
          </p:cNvPr>
          <p:cNvSpPr/>
          <p:nvPr/>
        </p:nvSpPr>
        <p:spPr>
          <a:xfrm>
            <a:off x="457200" y="2024747"/>
            <a:ext cx="5960533" cy="4504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5DC3E-AA0B-C6E7-E8F2-0171022AC417}"/>
              </a:ext>
            </a:extLst>
          </p:cNvPr>
          <p:cNvSpPr txBox="1"/>
          <p:nvPr/>
        </p:nvSpPr>
        <p:spPr>
          <a:xfrm>
            <a:off x="445979" y="115011"/>
            <a:ext cx="606213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11500" b="1" dirty="0">
                <a:latin typeface="Britannic Bold" panose="020B0903060703020204" pitchFamily="34" charset="0"/>
              </a:rPr>
              <a:t>WARNING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30B437-AAAB-47BB-92B7-95BBEF2BB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t="35897" r="7916" b="40678"/>
          <a:stretch/>
        </p:blipFill>
        <p:spPr>
          <a:xfrm flipH="1">
            <a:off x="273050" y="3505326"/>
            <a:ext cx="6330950" cy="1016393"/>
          </a:xfrm>
          <a:prstGeom prst="rect">
            <a:avLst/>
          </a:prstGeom>
        </p:spPr>
      </p:pic>
      <p:sp>
        <p:nvSpPr>
          <p:cNvPr id="15" name="&quot;Not Allowed&quot; Symbol 14">
            <a:extLst>
              <a:ext uri="{FF2B5EF4-FFF2-40B4-BE49-F238E27FC236}">
                <a16:creationId xmlns:a16="http://schemas.microsoft.com/office/drawing/2014/main" id="{7EAD0210-72B5-491F-9AFD-5060FFFE9C4F}"/>
              </a:ext>
            </a:extLst>
          </p:cNvPr>
          <p:cNvSpPr/>
          <p:nvPr/>
        </p:nvSpPr>
        <p:spPr>
          <a:xfrm>
            <a:off x="1623673" y="2150386"/>
            <a:ext cx="3848214" cy="4037693"/>
          </a:xfrm>
          <a:prstGeom prst="noSmoking">
            <a:avLst>
              <a:gd name="adj" fmla="val 1124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7969-8E78-4AD7-B043-8E85D0560885}"/>
              </a:ext>
            </a:extLst>
          </p:cNvPr>
          <p:cNvSpPr txBox="1"/>
          <p:nvPr/>
        </p:nvSpPr>
        <p:spPr>
          <a:xfrm>
            <a:off x="429629" y="6470958"/>
            <a:ext cx="6062133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8000" b="1" dirty="0">
                <a:latin typeface="Britannic Bold" panose="020B0903060703020204" pitchFamily="34" charset="0"/>
              </a:rPr>
              <a:t>NO SMOKING </a:t>
            </a:r>
          </a:p>
        </p:txBody>
      </p:sp>
    </p:spTree>
    <p:extLst>
      <p:ext uri="{BB962C8B-B14F-4D97-AF65-F5344CB8AC3E}">
        <p14:creationId xmlns:p14="http://schemas.microsoft.com/office/powerpoint/2010/main" val="129182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</TotalTime>
  <Words>11</Words>
  <Application>Microsoft Office PowerPoint</Application>
  <PresentationFormat>A4 Paper (210x297 mm)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Britannic Bold</vt:lpstr>
      <vt:lpstr>Calibri</vt:lpstr>
      <vt:lpstr>Calibri Light</vt:lpstr>
      <vt:lpstr>Mangal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Burj Battalion</dc:creator>
  <cp:lastModifiedBy>user</cp:lastModifiedBy>
  <cp:revision>7</cp:revision>
  <cp:lastPrinted>2024-06-13T04:49:40Z</cp:lastPrinted>
  <dcterms:created xsi:type="dcterms:W3CDTF">2023-07-18T12:46:51Z</dcterms:created>
  <dcterms:modified xsi:type="dcterms:W3CDTF">2024-06-13T04:50:25Z</dcterms:modified>
</cp:coreProperties>
</file>