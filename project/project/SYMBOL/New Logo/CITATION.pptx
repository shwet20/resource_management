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801600" cy="9601200" type="A3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170" y="324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37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8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46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40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1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68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33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57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61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1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A7071-0482-4F6C-B17F-E1B8B38E0DDE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D81B1-4A37-487F-88E9-801B406D3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3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990602" y="1099306"/>
            <a:ext cx="10801348" cy="7790840"/>
            <a:chOff x="990602" y="1099306"/>
            <a:chExt cx="10801348" cy="7790840"/>
          </a:xfrm>
        </p:grpSpPr>
        <p:sp>
          <p:nvSpPr>
            <p:cNvPr id="5" name="Oval 4"/>
            <p:cNvSpPr/>
            <p:nvPr/>
          </p:nvSpPr>
          <p:spPr>
            <a:xfrm>
              <a:off x="1485900" y="1518554"/>
              <a:ext cx="9846129" cy="6629399"/>
            </a:xfrm>
            <a:prstGeom prst="ellipse">
              <a:avLst/>
            </a:pr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/>
            <p:cNvSpPr/>
            <p:nvPr/>
          </p:nvSpPr>
          <p:spPr>
            <a:xfrm>
              <a:off x="1779814" y="1768929"/>
              <a:ext cx="9192986" cy="6068786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95790" y="2201331"/>
              <a:ext cx="6793829" cy="2783603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669167"/>
                </a:avLst>
              </a:prstTxWarp>
              <a:spAutoFit/>
            </a:bodyPr>
            <a:lstStyle/>
            <a:p>
              <a:r>
                <a:rPr lang="en-US" sz="3600" b="1" spc="3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CHIEF OF THE ARMY STAFF </a:t>
              </a:r>
              <a:endParaRPr lang="en-IN" sz="3600" b="1" spc="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01256" y="4020457"/>
              <a:ext cx="7228114" cy="3526971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1124381"/>
                </a:avLst>
              </a:prstTxWarp>
              <a:spAutoFit/>
            </a:bodyPr>
            <a:lstStyle/>
            <a:p>
              <a:r>
                <a:rPr lang="en-US" sz="5400" b="1" spc="3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UNIT CITATION - 1997</a:t>
              </a:r>
              <a:endParaRPr lang="en-IN" sz="5400" b="1" spc="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0602" y="2182281"/>
              <a:ext cx="10801348" cy="6707865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090318"/>
                </a:avLst>
              </a:prstTxWarp>
              <a:spAutoFit/>
            </a:bodyPr>
            <a:lstStyle/>
            <a:p>
              <a:r>
                <a:rPr lang="en-US" sz="6600" b="1" spc="3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MOKOKCHUNG - 1997</a:t>
              </a:r>
              <a:endParaRPr lang="en-IN" sz="6600" b="1" spc="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90602" y="1099306"/>
              <a:ext cx="10801348" cy="670786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4410187"/>
                </a:avLst>
              </a:prstTxWarp>
              <a:spAutoFit/>
            </a:bodyPr>
            <a:lstStyle/>
            <a:p>
              <a:r>
                <a:rPr lang="en-US" sz="7200" b="1" spc="6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NAGALAND</a:t>
              </a:r>
              <a:endParaRPr lang="en-IN" sz="7200" b="1" spc="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5050" y="3320022"/>
              <a:ext cx="5011500" cy="310502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3038" y="2810529"/>
              <a:ext cx="1831852" cy="25877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434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90602" y="2182281"/>
            <a:ext cx="10801348" cy="6707865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2521460"/>
              </a:avLst>
            </a:prstTxWarp>
            <a:spAutoFit/>
          </a:bodyPr>
          <a:lstStyle/>
          <a:p>
            <a:r>
              <a:rPr lang="en-US" sz="66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KANZALWAN - 2014</a:t>
            </a:r>
            <a:endParaRPr lang="en-IN" sz="66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-60000">
            <a:off x="762002" y="1081162"/>
            <a:ext cx="11341415" cy="703081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003563"/>
              </a:avLst>
            </a:prstTxWarp>
            <a:spAutoFit/>
          </a:bodyPr>
          <a:lstStyle/>
          <a:p>
            <a:r>
              <a:rPr lang="en-US" sz="7200" b="1" spc="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GUREZ (J &amp; K)</a:t>
            </a:r>
            <a:endParaRPr lang="en-IN" sz="7200" b="1" spc="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485900" y="1518554"/>
            <a:ext cx="9846129" cy="6629399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779814" y="1768929"/>
            <a:ext cx="9192986" cy="60687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995790" y="2201331"/>
            <a:ext cx="6793829" cy="2783603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669167"/>
              </a:avLst>
            </a:prstTxWarp>
            <a:spAutoFit/>
          </a:bodyPr>
          <a:lstStyle/>
          <a:p>
            <a:r>
              <a:rPr lang="en-US" sz="36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CHIEF OF THE ARMY STAFF </a:t>
            </a:r>
            <a:endParaRPr lang="en-IN" sz="36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1256" y="4020457"/>
            <a:ext cx="7228114" cy="352697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124381"/>
              </a:avLst>
            </a:prstTxWarp>
            <a:spAutoFit/>
          </a:bodyPr>
          <a:lstStyle/>
          <a:p>
            <a:r>
              <a:rPr lang="en-US" sz="54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CITATION - 2014</a:t>
            </a:r>
            <a:endParaRPr lang="en-IN" sz="54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050" y="3320022"/>
            <a:ext cx="5011500" cy="31050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038" y="2810529"/>
            <a:ext cx="1831852" cy="258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9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90602" y="2182281"/>
            <a:ext cx="10801348" cy="6707865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3375532"/>
              </a:avLst>
            </a:prstTxWarp>
            <a:spAutoFit/>
          </a:bodyPr>
          <a:lstStyle/>
          <a:p>
            <a:r>
              <a:rPr lang="en-US" sz="66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SARLA - 2020</a:t>
            </a:r>
            <a:endParaRPr lang="en-IN" sz="66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-60000">
            <a:off x="688760" y="1157340"/>
            <a:ext cx="11454829" cy="731908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024614"/>
              </a:avLst>
            </a:prstTxWarp>
            <a:spAutoFit/>
          </a:bodyPr>
          <a:lstStyle/>
          <a:p>
            <a:r>
              <a:rPr lang="en-US" sz="7200" b="1" spc="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POONCH (J &amp; K)</a:t>
            </a:r>
            <a:endParaRPr lang="en-IN" sz="7200" b="1" spc="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485900" y="1518554"/>
            <a:ext cx="9846129" cy="6629399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779814" y="1768929"/>
            <a:ext cx="9192986" cy="60687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71700" y="2163230"/>
            <a:ext cx="8434393" cy="503767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265400"/>
              </a:avLst>
            </a:prstTxWarp>
            <a:spAutoFit/>
          </a:bodyPr>
          <a:lstStyle/>
          <a:p>
            <a:r>
              <a:rPr lang="en-US" sz="36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OFFICER COMMANDING – IN - CHIEF</a:t>
            </a:r>
            <a:endParaRPr lang="en-IN" sz="36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1256" y="4020457"/>
            <a:ext cx="7228114" cy="352697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124381"/>
              </a:avLst>
            </a:prstTxWarp>
            <a:spAutoFit/>
          </a:bodyPr>
          <a:lstStyle/>
          <a:p>
            <a:r>
              <a:rPr lang="en-US" sz="5400" b="1" spc="3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NORTHERN COMMAND</a:t>
            </a:r>
            <a:endParaRPr lang="en-IN" sz="5400" b="1" spc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120" y="2602986"/>
            <a:ext cx="2125688" cy="3002844"/>
          </a:xfrm>
          <a:prstGeom prst="rect">
            <a:avLst/>
          </a:prstGeom>
        </p:spPr>
      </p:pic>
      <p:sp>
        <p:nvSpPr>
          <p:cNvPr id="3" name="Down Ribbon 2"/>
          <p:cNvSpPr/>
          <p:nvPr/>
        </p:nvSpPr>
        <p:spPr>
          <a:xfrm>
            <a:off x="3734251" y="5475514"/>
            <a:ext cx="5352600" cy="838201"/>
          </a:xfrm>
          <a:prstGeom prst="ribbon">
            <a:avLst>
              <a:gd name="adj1" fmla="val 16667"/>
              <a:gd name="adj2" fmla="val 75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166575" y="5675488"/>
            <a:ext cx="4476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4000" b="1" spc="300" dirty="0" smtClean="0">
                <a:solidFill>
                  <a:srgbClr val="FF0000"/>
                </a:solidFill>
              </a:rPr>
              <a:t>सत्यमेव जयते</a:t>
            </a:r>
            <a:endParaRPr lang="en-IN" sz="4000" b="1" spc="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33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51</Words>
  <Application>Microsoft Office PowerPoint</Application>
  <PresentationFormat>A3 Paper (297x420 mm)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Mangal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</cp:revision>
  <dcterms:created xsi:type="dcterms:W3CDTF">2025-07-12T13:49:09Z</dcterms:created>
  <dcterms:modified xsi:type="dcterms:W3CDTF">2025-07-12T14:13:21Z</dcterms:modified>
</cp:coreProperties>
</file>