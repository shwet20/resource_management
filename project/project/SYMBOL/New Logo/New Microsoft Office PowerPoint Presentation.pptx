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59" r:id="rId7"/>
  </p:sldIdLst>
  <p:sldSz cx="6858000" cy="9144000" type="screen4x3"/>
  <p:notesSz cx="6797675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302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B66C6-8111-406D-B5BF-B0E51B438F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2" r="10452" b="22034"/>
          <a:stretch/>
        </p:blipFill>
        <p:spPr>
          <a:xfrm>
            <a:off x="1600200" y="1600200"/>
            <a:ext cx="347869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9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A87A9D-D89B-4C56-B858-3B93C15B48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2" r="10452" b="22034"/>
          <a:stretch/>
        </p:blipFill>
        <p:spPr>
          <a:xfrm>
            <a:off x="1219200" y="1447800"/>
            <a:ext cx="417443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3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B66C6-8111-406D-B5BF-B0E51B43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" y="76200"/>
            <a:ext cx="6743702" cy="899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1471E5-B3B5-439C-BDEF-471265DD2896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51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B66C6-8111-406D-B5BF-B0E51B43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" y="76200"/>
            <a:ext cx="6743702" cy="899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1471E5-B3B5-439C-BDEF-471265DD2896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19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B66C6-8111-406D-B5BF-B0E51B43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" y="76200"/>
            <a:ext cx="6743702" cy="899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1471E5-B3B5-439C-BDEF-471265DD2896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379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B66C6-8111-406D-B5BF-B0E51B43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" y="76200"/>
            <a:ext cx="6743702" cy="899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1471E5-B3B5-439C-BDEF-471265DD2896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20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 CELL</dc:creator>
  <cp:lastModifiedBy>MY</cp:lastModifiedBy>
  <cp:revision>3</cp:revision>
  <cp:lastPrinted>2023-07-22T04:13:38Z</cp:lastPrinted>
  <dcterms:created xsi:type="dcterms:W3CDTF">2006-08-16T00:00:00Z</dcterms:created>
  <dcterms:modified xsi:type="dcterms:W3CDTF">2023-07-22T04:14:47Z</dcterms:modified>
</cp:coreProperties>
</file>